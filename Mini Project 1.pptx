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66" r:id="rId6"/>
    <p:sldId id="267" r:id="rId7"/>
    <p:sldId id="261" r:id="rId8"/>
    <p:sldId id="262" r:id="rId9"/>
    <p:sldId id="264" r:id="rId10"/>
    <p:sldId id="265" r:id="rId11"/>
    <p:sldId id="263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2BC90-EE05-4C1B-904E-A24AA93D8AC5}" v="849" dt="2025-10-21T00:07:55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Reyes" userId="56f37065d8af0f37" providerId="LiveId" clId="{9CCF5F94-A532-4CC5-9A9A-85F6CEF4B52C}"/>
    <pc:docChg chg="undo custSel addSld delSld modSld sldOrd">
      <pc:chgData name="Ricardo Reyes" userId="56f37065d8af0f37" providerId="LiveId" clId="{9CCF5F94-A532-4CC5-9A9A-85F6CEF4B52C}" dt="2025-10-21T00:26:38.746" v="6721" actId="6549"/>
      <pc:docMkLst>
        <pc:docMk/>
      </pc:docMkLst>
      <pc:sldChg chg="addSp delSp modSp mod modNotesTx">
        <pc:chgData name="Ricardo Reyes" userId="56f37065d8af0f37" providerId="LiveId" clId="{9CCF5F94-A532-4CC5-9A9A-85F6CEF4B52C}" dt="2025-10-21T00:06:22.047" v="6692" actId="5793"/>
        <pc:sldMkLst>
          <pc:docMk/>
          <pc:sldMk cId="350262251" sldId="256"/>
        </pc:sldMkLst>
        <pc:picChg chg="add mod">
          <ac:chgData name="Ricardo Reyes" userId="56f37065d8af0f37" providerId="LiveId" clId="{9CCF5F94-A532-4CC5-9A9A-85F6CEF4B52C}" dt="2025-10-19T23:32:40.746" v="111" actId="1076"/>
          <ac:picMkLst>
            <pc:docMk/>
            <pc:sldMk cId="350262251" sldId="256"/>
            <ac:picMk id="10" creationId="{D0401DCF-6528-CA3E-B56D-4B70B89270C2}"/>
          </ac:picMkLst>
        </pc:picChg>
      </pc:sldChg>
      <pc:sldChg chg="addSp delSp modSp new mod setBg addAnim setClrOvrMap modNotesTx">
        <pc:chgData name="Ricardo Reyes" userId="56f37065d8af0f37" providerId="LiveId" clId="{9CCF5F94-A532-4CC5-9A9A-85F6CEF4B52C}" dt="2025-10-21T00:06:46.211" v="6698" actId="5793"/>
        <pc:sldMkLst>
          <pc:docMk/>
          <pc:sldMk cId="2295878929" sldId="257"/>
        </pc:sldMkLst>
        <pc:spChg chg="mod">
          <ac:chgData name="Ricardo Reyes" userId="56f37065d8af0f37" providerId="LiveId" clId="{9CCF5F94-A532-4CC5-9A9A-85F6CEF4B52C}" dt="2025-10-20T17:18:55.292" v="4346" actId="6549"/>
          <ac:spMkLst>
            <pc:docMk/>
            <pc:sldMk cId="2295878929" sldId="257"/>
            <ac:spMk id="2" creationId="{56A6CECE-ABB9-D8AB-E8DE-B7463A62A641}"/>
          </ac:spMkLst>
        </pc:spChg>
        <pc:spChg chg="add mod">
          <ac:chgData name="Ricardo Reyes" userId="56f37065d8af0f37" providerId="LiveId" clId="{9CCF5F94-A532-4CC5-9A9A-85F6CEF4B52C}" dt="2025-10-20T17:07:24.076" v="4048" actId="1076"/>
          <ac:spMkLst>
            <pc:docMk/>
            <pc:sldMk cId="2295878929" sldId="257"/>
            <ac:spMk id="3" creationId="{A0D7BE8B-54C7-B2AF-3877-B83245E76932}"/>
          </ac:spMkLst>
        </pc:spChg>
        <pc:spChg chg="add">
          <ac:chgData name="Ricardo Reyes" userId="56f37065d8af0f37" providerId="LiveId" clId="{9CCF5F94-A532-4CC5-9A9A-85F6CEF4B52C}" dt="2025-10-20T02:21:56.019" v="1950" actId="26606"/>
          <ac:spMkLst>
            <pc:docMk/>
            <pc:sldMk cId="2295878929" sldId="257"/>
            <ac:spMk id="8" creationId="{71B2258F-86CA-4D4D-8270-BC05FCDEBFB3}"/>
          </ac:spMkLst>
        </pc:spChg>
        <pc:picChg chg="add">
          <ac:chgData name="Ricardo Reyes" userId="56f37065d8af0f37" providerId="LiveId" clId="{9CCF5F94-A532-4CC5-9A9A-85F6CEF4B52C}" dt="2025-10-20T02:21:56.019" v="1950" actId="26606"/>
          <ac:picMkLst>
            <pc:docMk/>
            <pc:sldMk cId="2295878929" sldId="257"/>
            <ac:picMk id="4" creationId="{BFA0F491-EB05-2898-5E22-F39A8C0C70FA}"/>
          </ac:picMkLst>
        </pc:picChg>
      </pc:sldChg>
      <pc:sldChg chg="addSp delSp modSp new mod setBg modNotesTx">
        <pc:chgData name="Ricardo Reyes" userId="56f37065d8af0f37" providerId="LiveId" clId="{9CCF5F94-A532-4CC5-9A9A-85F6CEF4B52C}" dt="2025-10-21T00:08:09.369" v="6720" actId="6549"/>
        <pc:sldMkLst>
          <pc:docMk/>
          <pc:sldMk cId="1756163739" sldId="258"/>
        </pc:sldMkLst>
        <pc:spChg chg="mod">
          <ac:chgData name="Ricardo Reyes" userId="56f37065d8af0f37" providerId="LiveId" clId="{9CCF5F94-A532-4CC5-9A9A-85F6CEF4B52C}" dt="2025-10-20T02:05:45.564" v="1743" actId="27636"/>
          <ac:spMkLst>
            <pc:docMk/>
            <pc:sldMk cId="1756163739" sldId="258"/>
            <ac:spMk id="2" creationId="{78A77E00-6557-D862-BA08-6FE7168629AD}"/>
          </ac:spMkLst>
        </pc:spChg>
        <pc:spChg chg="del">
          <ac:chgData name="Ricardo Reyes" userId="56f37065d8af0f37" providerId="LiveId" clId="{9CCF5F94-A532-4CC5-9A9A-85F6CEF4B52C}" dt="2025-10-20T01:34:42.887" v="215" actId="478"/>
          <ac:spMkLst>
            <pc:docMk/>
            <pc:sldMk cId="1756163739" sldId="258"/>
            <ac:spMk id="3" creationId="{280AE021-E495-0F86-B440-CB0436630DE1}"/>
          </ac:spMkLst>
        </pc:spChg>
        <pc:spChg chg="add del">
          <ac:chgData name="Ricardo Reyes" userId="56f37065d8af0f37" providerId="LiveId" clId="{9CCF5F94-A532-4CC5-9A9A-85F6CEF4B52C}" dt="2025-10-20T01:35:18.921" v="220" actId="26606"/>
          <ac:spMkLst>
            <pc:docMk/>
            <pc:sldMk cId="1756163739" sldId="258"/>
            <ac:spMk id="9" creationId="{D4771268-CB57-404A-9271-370EB28F6090}"/>
          </ac:spMkLst>
        </pc:spChg>
        <pc:spChg chg="add del">
          <ac:chgData name="Ricardo Reyes" userId="56f37065d8af0f37" providerId="LiveId" clId="{9CCF5F94-A532-4CC5-9A9A-85F6CEF4B52C}" dt="2025-10-20T01:35:23.978" v="222" actId="26606"/>
          <ac:spMkLst>
            <pc:docMk/>
            <pc:sldMk cId="1756163739" sldId="258"/>
            <ac:spMk id="11" creationId="{158B3569-73B2-4D05-8E95-886A6EE17F1F}"/>
          </ac:spMkLst>
        </pc:spChg>
        <pc:spChg chg="add del">
          <ac:chgData name="Ricardo Reyes" userId="56f37065d8af0f37" providerId="LiveId" clId="{9CCF5F94-A532-4CC5-9A9A-85F6CEF4B52C}" dt="2025-10-20T01:35:23.978" v="222" actId="26606"/>
          <ac:spMkLst>
            <pc:docMk/>
            <pc:sldMk cId="1756163739" sldId="258"/>
            <ac:spMk id="12" creationId="{5BF4DF2C-F028-4921-9C23-41303F650A62}"/>
          </ac:spMkLst>
        </pc:spChg>
        <pc:spChg chg="add del">
          <ac:chgData name="Ricardo Reyes" userId="56f37065d8af0f37" providerId="LiveId" clId="{9CCF5F94-A532-4CC5-9A9A-85F6CEF4B52C}" dt="2025-10-20T01:35:26.960" v="224" actId="26606"/>
          <ac:spMkLst>
            <pc:docMk/>
            <pc:sldMk cId="1756163739" sldId="258"/>
            <ac:spMk id="19" creationId="{767334AB-16BD-4EC7-8C6B-4B5171600933}"/>
          </ac:spMkLst>
        </pc:spChg>
        <pc:spChg chg="add del">
          <ac:chgData name="Ricardo Reyes" userId="56f37065d8af0f37" providerId="LiveId" clId="{9CCF5F94-A532-4CC5-9A9A-85F6CEF4B52C}" dt="2025-10-20T01:35:26.960" v="224" actId="26606"/>
          <ac:spMkLst>
            <pc:docMk/>
            <pc:sldMk cId="1756163739" sldId="258"/>
            <ac:spMk id="20" creationId="{A4E37431-20F0-4DD6-84A9-ED2B644943A2}"/>
          </ac:spMkLst>
        </pc:spChg>
        <pc:spChg chg="add del">
          <ac:chgData name="Ricardo Reyes" userId="56f37065d8af0f37" providerId="LiveId" clId="{9CCF5F94-A532-4CC5-9A9A-85F6CEF4B52C}" dt="2025-10-20T01:35:26.960" v="224" actId="26606"/>
          <ac:spMkLst>
            <pc:docMk/>
            <pc:sldMk cId="1756163739" sldId="258"/>
            <ac:spMk id="21" creationId="{0AE98B72-66C6-4AB4-AF0D-BA830DE86393}"/>
          </ac:spMkLst>
        </pc:spChg>
        <pc:spChg chg="add del">
          <ac:chgData name="Ricardo Reyes" userId="56f37065d8af0f37" providerId="LiveId" clId="{9CCF5F94-A532-4CC5-9A9A-85F6CEF4B52C}" dt="2025-10-20T01:35:26.960" v="224" actId="26606"/>
          <ac:spMkLst>
            <pc:docMk/>
            <pc:sldMk cId="1756163739" sldId="258"/>
            <ac:spMk id="22" creationId="{407EAFC6-733F-403D-BB4D-05A3A28742F1}"/>
          </ac:spMkLst>
        </pc:spChg>
        <pc:spChg chg="add del">
          <ac:chgData name="Ricardo Reyes" userId="56f37065d8af0f37" providerId="LiveId" clId="{9CCF5F94-A532-4CC5-9A9A-85F6CEF4B52C}" dt="2025-10-20T01:35:26.960" v="224" actId="26606"/>
          <ac:spMkLst>
            <pc:docMk/>
            <pc:sldMk cId="1756163739" sldId="258"/>
            <ac:spMk id="23" creationId="{17A36730-4CB0-4F61-AD11-A44C9765833F}"/>
          </ac:spMkLst>
        </pc:spChg>
        <pc:spChg chg="add del">
          <ac:chgData name="Ricardo Reyes" userId="56f37065d8af0f37" providerId="LiveId" clId="{9CCF5F94-A532-4CC5-9A9A-85F6CEF4B52C}" dt="2025-10-20T01:35:26.960" v="224" actId="26606"/>
          <ac:spMkLst>
            <pc:docMk/>
            <pc:sldMk cId="1756163739" sldId="258"/>
            <ac:spMk id="24" creationId="{C69C79E1-F916-4929-A4F3-DE763D4BFA57}"/>
          </ac:spMkLst>
        </pc:spChg>
        <pc:spChg chg="add">
          <ac:chgData name="Ricardo Reyes" userId="56f37065d8af0f37" providerId="LiveId" clId="{9CCF5F94-A532-4CC5-9A9A-85F6CEF4B52C}" dt="2025-10-20T01:35:26.960" v="225" actId="26606"/>
          <ac:spMkLst>
            <pc:docMk/>
            <pc:sldMk cId="1756163739" sldId="258"/>
            <ac:spMk id="26" creationId="{5BF4DF2C-F028-4921-9C23-41303F650A62}"/>
          </ac:spMkLst>
        </pc:spChg>
        <pc:spChg chg="add">
          <ac:chgData name="Ricardo Reyes" userId="56f37065d8af0f37" providerId="LiveId" clId="{9CCF5F94-A532-4CC5-9A9A-85F6CEF4B52C}" dt="2025-10-20T01:35:26.960" v="225" actId="26606"/>
          <ac:spMkLst>
            <pc:docMk/>
            <pc:sldMk cId="1756163739" sldId="258"/>
            <ac:spMk id="27" creationId="{158B3569-73B2-4D05-8E95-886A6EE17F1F}"/>
          </ac:spMkLst>
        </pc:spChg>
        <pc:grpChg chg="add del">
          <ac:chgData name="Ricardo Reyes" userId="56f37065d8af0f37" providerId="LiveId" clId="{9CCF5F94-A532-4CC5-9A9A-85F6CEF4B52C}" dt="2025-10-20T01:35:23.978" v="222" actId="26606"/>
          <ac:grpSpMkLst>
            <pc:docMk/>
            <pc:sldMk cId="1756163739" sldId="258"/>
            <ac:grpSpMk id="15" creationId="{892B7B61-D701-474B-AE8F-EA238B550A78}"/>
          </ac:grpSpMkLst>
        </pc:grpChg>
        <pc:grpChg chg="add">
          <ac:chgData name="Ricardo Reyes" userId="56f37065d8af0f37" providerId="LiveId" clId="{9CCF5F94-A532-4CC5-9A9A-85F6CEF4B52C}" dt="2025-10-20T01:35:26.960" v="225" actId="26606"/>
          <ac:grpSpMkLst>
            <pc:docMk/>
            <pc:sldMk cId="1756163739" sldId="258"/>
            <ac:grpSpMk id="29" creationId="{892B7B61-D701-474B-AE8F-EA238B550A78}"/>
          </ac:grpSpMkLst>
        </pc:grpChg>
        <pc:picChg chg="add mod">
          <ac:chgData name="Ricardo Reyes" userId="56f37065d8af0f37" providerId="LiveId" clId="{9CCF5F94-A532-4CC5-9A9A-85F6CEF4B52C}" dt="2025-10-20T01:35:26.960" v="225" actId="26606"/>
          <ac:picMkLst>
            <pc:docMk/>
            <pc:sldMk cId="1756163739" sldId="258"/>
            <ac:picMk id="4" creationId="{AE2BAFDB-C63D-9581-A7A4-803FC00ECB83}"/>
          </ac:picMkLst>
        </pc:picChg>
        <pc:cxnChg chg="add del">
          <ac:chgData name="Ricardo Reyes" userId="56f37065d8af0f37" providerId="LiveId" clId="{9CCF5F94-A532-4CC5-9A9A-85F6CEF4B52C}" dt="2025-10-20T01:35:23.978" v="222" actId="26606"/>
          <ac:cxnSpMkLst>
            <pc:docMk/>
            <pc:sldMk cId="1756163739" sldId="258"/>
            <ac:cxnSpMk id="13" creationId="{56020367-4FD5-4596-8E10-C5F095CD8DBF}"/>
          </ac:cxnSpMkLst>
        </pc:cxnChg>
        <pc:cxnChg chg="add">
          <ac:chgData name="Ricardo Reyes" userId="56f37065d8af0f37" providerId="LiveId" clId="{9CCF5F94-A532-4CC5-9A9A-85F6CEF4B52C}" dt="2025-10-20T01:35:26.960" v="225" actId="26606"/>
          <ac:cxnSpMkLst>
            <pc:docMk/>
            <pc:sldMk cId="1756163739" sldId="258"/>
            <ac:cxnSpMk id="28" creationId="{56020367-4FD5-4596-8E10-C5F095CD8DBF}"/>
          </ac:cxnSpMkLst>
        </pc:cxnChg>
      </pc:sldChg>
      <pc:sldChg chg="addSp modSp new del">
        <pc:chgData name="Ricardo Reyes" userId="56f37065d8af0f37" providerId="LiveId" clId="{9CCF5F94-A532-4CC5-9A9A-85F6CEF4B52C}" dt="2025-10-20T01:38:00.009" v="360" actId="2696"/>
        <pc:sldMkLst>
          <pc:docMk/>
          <pc:sldMk cId="2080450421" sldId="259"/>
        </pc:sldMkLst>
        <pc:picChg chg="add mod">
          <ac:chgData name="Ricardo Reyes" userId="56f37065d8af0f37" providerId="LiveId" clId="{9CCF5F94-A532-4CC5-9A9A-85F6CEF4B52C}" dt="2025-10-20T01:35:49.791" v="227"/>
          <ac:picMkLst>
            <pc:docMk/>
            <pc:sldMk cId="2080450421" sldId="259"/>
            <ac:picMk id="2" creationId="{8CE4AEE7-BBF1-BC0B-5179-000CBADFD132}"/>
          </ac:picMkLst>
        </pc:picChg>
      </pc:sldChg>
      <pc:sldChg chg="new del">
        <pc:chgData name="Ricardo Reyes" userId="56f37065d8af0f37" providerId="LiveId" clId="{9CCF5F94-A532-4CC5-9A9A-85F6CEF4B52C}" dt="2025-10-20T01:38:02.489" v="361" actId="2696"/>
        <pc:sldMkLst>
          <pc:docMk/>
          <pc:sldMk cId="480572509" sldId="260"/>
        </pc:sldMkLst>
      </pc:sldChg>
      <pc:sldChg chg="addSp delSp modSp new mod ord setBg modNotesTx">
        <pc:chgData name="Ricardo Reyes" userId="56f37065d8af0f37" providerId="LiveId" clId="{9CCF5F94-A532-4CC5-9A9A-85F6CEF4B52C}" dt="2025-10-20T20:32:12.178" v="6673"/>
        <pc:sldMkLst>
          <pc:docMk/>
          <pc:sldMk cId="21996015" sldId="261"/>
        </pc:sldMkLst>
        <pc:spChg chg="mod">
          <ac:chgData name="Ricardo Reyes" userId="56f37065d8af0f37" providerId="LiveId" clId="{9CCF5F94-A532-4CC5-9A9A-85F6CEF4B52C}" dt="2025-10-20T18:14:13.104" v="5129" actId="20577"/>
          <ac:spMkLst>
            <pc:docMk/>
            <pc:sldMk cId="21996015" sldId="261"/>
            <ac:spMk id="2" creationId="{3C310D07-27BD-77E6-4DC7-745952CDDDFC}"/>
          </ac:spMkLst>
        </pc:spChg>
        <pc:spChg chg="add del">
          <ac:chgData name="Ricardo Reyes" userId="56f37065d8af0f37" providerId="LiveId" clId="{9CCF5F94-A532-4CC5-9A9A-85F6CEF4B52C}" dt="2025-10-20T01:37:37.422" v="356" actId="26606"/>
          <ac:spMkLst>
            <pc:docMk/>
            <pc:sldMk cId="21996015" sldId="261"/>
            <ac:spMk id="8" creationId="{5BF4DF2C-F028-4921-9C23-41303F650A62}"/>
          </ac:spMkLst>
        </pc:spChg>
        <pc:spChg chg="add del">
          <ac:chgData name="Ricardo Reyes" userId="56f37065d8af0f37" providerId="LiveId" clId="{9CCF5F94-A532-4CC5-9A9A-85F6CEF4B52C}" dt="2025-10-20T01:37:37.422" v="356" actId="26606"/>
          <ac:spMkLst>
            <pc:docMk/>
            <pc:sldMk cId="21996015" sldId="261"/>
            <ac:spMk id="10" creationId="{158B3569-73B2-4D05-8E95-886A6EE17F1F}"/>
          </ac:spMkLst>
        </pc:spChg>
        <pc:spChg chg="add del">
          <ac:chgData name="Ricardo Reyes" userId="56f37065d8af0f37" providerId="LiveId" clId="{9CCF5F94-A532-4CC5-9A9A-85F6CEF4B52C}" dt="2025-10-20T01:37:41.860" v="358" actId="26606"/>
          <ac:spMkLst>
            <pc:docMk/>
            <pc:sldMk cId="21996015" sldId="261"/>
            <ac:spMk id="18" creationId="{A8384FB5-9ADC-4DDC-881B-597D56F5B15D}"/>
          </ac:spMkLst>
        </pc:spChg>
        <pc:spChg chg="add del">
          <ac:chgData name="Ricardo Reyes" userId="56f37065d8af0f37" providerId="LiveId" clId="{9CCF5F94-A532-4CC5-9A9A-85F6CEF4B52C}" dt="2025-10-20T01:37:41.860" v="358" actId="26606"/>
          <ac:spMkLst>
            <pc:docMk/>
            <pc:sldMk cId="21996015" sldId="261"/>
            <ac:spMk id="19" creationId="{91E5A9A7-95C6-4F4F-B00E-C82E07FE62EF}"/>
          </ac:spMkLst>
        </pc:spChg>
        <pc:spChg chg="add del">
          <ac:chgData name="Ricardo Reyes" userId="56f37065d8af0f37" providerId="LiveId" clId="{9CCF5F94-A532-4CC5-9A9A-85F6CEF4B52C}" dt="2025-10-20T01:37:41.860" v="358" actId="26606"/>
          <ac:spMkLst>
            <pc:docMk/>
            <pc:sldMk cId="21996015" sldId="261"/>
            <ac:spMk id="20" creationId="{D07DD2DE-F619-49DD-B5E7-03A290FF4ED1}"/>
          </ac:spMkLst>
        </pc:spChg>
        <pc:spChg chg="add del">
          <ac:chgData name="Ricardo Reyes" userId="56f37065d8af0f37" providerId="LiveId" clId="{9CCF5F94-A532-4CC5-9A9A-85F6CEF4B52C}" dt="2025-10-20T01:37:41.860" v="358" actId="26606"/>
          <ac:spMkLst>
            <pc:docMk/>
            <pc:sldMk cId="21996015" sldId="261"/>
            <ac:spMk id="21" creationId="{85149191-5F60-4A28-AAFF-039F96B0F3EC}"/>
          </ac:spMkLst>
        </pc:spChg>
        <pc:spChg chg="add del">
          <ac:chgData name="Ricardo Reyes" userId="56f37065d8af0f37" providerId="LiveId" clId="{9CCF5F94-A532-4CC5-9A9A-85F6CEF4B52C}" dt="2025-10-20T01:37:41.860" v="358" actId="26606"/>
          <ac:spMkLst>
            <pc:docMk/>
            <pc:sldMk cId="21996015" sldId="261"/>
            <ac:spMk id="22" creationId="{F8260ED5-17F7-4158-B241-D51DD4CF1B7E}"/>
          </ac:spMkLst>
        </pc:spChg>
        <pc:spChg chg="add">
          <ac:chgData name="Ricardo Reyes" userId="56f37065d8af0f37" providerId="LiveId" clId="{9CCF5F94-A532-4CC5-9A9A-85F6CEF4B52C}" dt="2025-10-20T01:37:41.865" v="359" actId="26606"/>
          <ac:spMkLst>
            <pc:docMk/>
            <pc:sldMk cId="21996015" sldId="261"/>
            <ac:spMk id="24" creationId="{D4771268-CB57-404A-9271-370EB28F6090}"/>
          </ac:spMkLst>
        </pc:spChg>
        <pc:grpChg chg="add del">
          <ac:chgData name="Ricardo Reyes" userId="56f37065d8af0f37" providerId="LiveId" clId="{9CCF5F94-A532-4CC5-9A9A-85F6CEF4B52C}" dt="2025-10-20T01:37:37.422" v="356" actId="26606"/>
          <ac:grpSpMkLst>
            <pc:docMk/>
            <pc:sldMk cId="21996015" sldId="261"/>
            <ac:grpSpMk id="14" creationId="{892B7B61-D701-474B-AE8F-EA238B550A78}"/>
          </ac:grpSpMkLst>
        </pc:grpChg>
        <pc:picChg chg="add del mod">
          <ac:chgData name="Ricardo Reyes" userId="56f37065d8af0f37" providerId="LiveId" clId="{9CCF5F94-A532-4CC5-9A9A-85F6CEF4B52C}" dt="2025-10-20T04:00:02.493" v="4026" actId="478"/>
          <ac:picMkLst>
            <pc:docMk/>
            <pc:sldMk cId="21996015" sldId="261"/>
            <ac:picMk id="3" creationId="{42A048F9-B83F-15C9-AAFF-00F4F2FEAAB0}"/>
          </ac:picMkLst>
        </pc:picChg>
        <pc:picChg chg="add mod">
          <ac:chgData name="Ricardo Reyes" userId="56f37065d8af0f37" providerId="LiveId" clId="{9CCF5F94-A532-4CC5-9A9A-85F6CEF4B52C}" dt="2025-10-20T04:00:28.502" v="4032" actId="1076"/>
          <ac:picMkLst>
            <pc:docMk/>
            <pc:sldMk cId="21996015" sldId="261"/>
            <ac:picMk id="4" creationId="{B0ECA994-D25F-7701-ADB3-599FE2F831A6}"/>
          </ac:picMkLst>
        </pc:picChg>
        <pc:cxnChg chg="add del">
          <ac:chgData name="Ricardo Reyes" userId="56f37065d8af0f37" providerId="LiveId" clId="{9CCF5F94-A532-4CC5-9A9A-85F6CEF4B52C}" dt="2025-10-20T01:37:37.422" v="356" actId="26606"/>
          <ac:cxnSpMkLst>
            <pc:docMk/>
            <pc:sldMk cId="21996015" sldId="261"/>
            <ac:cxnSpMk id="12" creationId="{56020367-4FD5-4596-8E10-C5F095CD8DBF}"/>
          </ac:cxnSpMkLst>
        </pc:cxnChg>
      </pc:sldChg>
      <pc:sldChg chg="addSp delSp modSp new mod setBg modNotesTx">
        <pc:chgData name="Ricardo Reyes" userId="56f37065d8af0f37" providerId="LiveId" clId="{9CCF5F94-A532-4CC5-9A9A-85F6CEF4B52C}" dt="2025-10-20T19:20:40.509" v="6027" actId="6549"/>
        <pc:sldMkLst>
          <pc:docMk/>
          <pc:sldMk cId="2979233955" sldId="262"/>
        </pc:sldMkLst>
        <pc:spChg chg="mod">
          <ac:chgData name="Ricardo Reyes" userId="56f37065d8af0f37" providerId="LiveId" clId="{9CCF5F94-A532-4CC5-9A9A-85F6CEF4B52C}" dt="2025-10-20T19:08:01.166" v="5861" actId="20577"/>
          <ac:spMkLst>
            <pc:docMk/>
            <pc:sldMk cId="2979233955" sldId="262"/>
            <ac:spMk id="2" creationId="{2CC1773B-73CF-6B29-4F32-35D0C1591D9E}"/>
          </ac:spMkLst>
        </pc:spChg>
        <pc:spChg chg="add">
          <ac:chgData name="Ricardo Reyes" userId="56f37065d8af0f37" providerId="LiveId" clId="{9CCF5F94-A532-4CC5-9A9A-85F6CEF4B52C}" dt="2025-10-20T01:39:03.740" v="421" actId="26606"/>
          <ac:spMkLst>
            <pc:docMk/>
            <pc:sldMk cId="2979233955" sldId="262"/>
            <ac:spMk id="8" creationId="{A8384FB5-9ADC-4DDC-881B-597D56F5B15D}"/>
          </ac:spMkLst>
        </pc:spChg>
        <pc:spChg chg="add">
          <ac:chgData name="Ricardo Reyes" userId="56f37065d8af0f37" providerId="LiveId" clId="{9CCF5F94-A532-4CC5-9A9A-85F6CEF4B52C}" dt="2025-10-20T01:39:03.740" v="421" actId="26606"/>
          <ac:spMkLst>
            <pc:docMk/>
            <pc:sldMk cId="2979233955" sldId="262"/>
            <ac:spMk id="10" creationId="{91E5A9A7-95C6-4F4F-B00E-C82E07FE62EF}"/>
          </ac:spMkLst>
        </pc:spChg>
        <pc:spChg chg="add">
          <ac:chgData name="Ricardo Reyes" userId="56f37065d8af0f37" providerId="LiveId" clId="{9CCF5F94-A532-4CC5-9A9A-85F6CEF4B52C}" dt="2025-10-20T01:39:03.740" v="421" actId="26606"/>
          <ac:spMkLst>
            <pc:docMk/>
            <pc:sldMk cId="2979233955" sldId="262"/>
            <ac:spMk id="12" creationId="{D07DD2DE-F619-49DD-B5E7-03A290FF4ED1}"/>
          </ac:spMkLst>
        </pc:spChg>
        <pc:spChg chg="add">
          <ac:chgData name="Ricardo Reyes" userId="56f37065d8af0f37" providerId="LiveId" clId="{9CCF5F94-A532-4CC5-9A9A-85F6CEF4B52C}" dt="2025-10-20T01:39:03.740" v="421" actId="26606"/>
          <ac:spMkLst>
            <pc:docMk/>
            <pc:sldMk cId="2979233955" sldId="262"/>
            <ac:spMk id="14" creationId="{85149191-5F60-4A28-AAFF-039F96B0F3EC}"/>
          </ac:spMkLst>
        </pc:spChg>
        <pc:spChg chg="add">
          <ac:chgData name="Ricardo Reyes" userId="56f37065d8af0f37" providerId="LiveId" clId="{9CCF5F94-A532-4CC5-9A9A-85F6CEF4B52C}" dt="2025-10-20T01:39:03.740" v="421" actId="26606"/>
          <ac:spMkLst>
            <pc:docMk/>
            <pc:sldMk cId="2979233955" sldId="262"/>
            <ac:spMk id="16" creationId="{F8260ED5-17F7-4158-B241-D51DD4CF1B7E}"/>
          </ac:spMkLst>
        </pc:spChg>
        <pc:picChg chg="add del mod">
          <ac:chgData name="Ricardo Reyes" userId="56f37065d8af0f37" providerId="LiveId" clId="{9CCF5F94-A532-4CC5-9A9A-85F6CEF4B52C}" dt="2025-10-20T03:57:07.866" v="4019" actId="478"/>
          <ac:picMkLst>
            <pc:docMk/>
            <pc:sldMk cId="2979233955" sldId="262"/>
            <ac:picMk id="3" creationId="{C1984AFB-EB8F-B0D3-41B8-D47A7D97CEDE}"/>
          </ac:picMkLst>
        </pc:picChg>
        <pc:picChg chg="add mod">
          <ac:chgData name="Ricardo Reyes" userId="56f37065d8af0f37" providerId="LiveId" clId="{9CCF5F94-A532-4CC5-9A9A-85F6CEF4B52C}" dt="2025-10-20T03:57:24.318" v="4025" actId="14100"/>
          <ac:picMkLst>
            <pc:docMk/>
            <pc:sldMk cId="2979233955" sldId="262"/>
            <ac:picMk id="4" creationId="{F2FA5499-2359-9148-16DB-7D2621F96176}"/>
          </ac:picMkLst>
        </pc:picChg>
      </pc:sldChg>
      <pc:sldChg chg="addSp modSp new mod setBg modNotesTx">
        <pc:chgData name="Ricardo Reyes" userId="56f37065d8af0f37" providerId="LiveId" clId="{9CCF5F94-A532-4CC5-9A9A-85F6CEF4B52C}" dt="2025-10-20T19:12:59.417" v="5951" actId="6549"/>
        <pc:sldMkLst>
          <pc:docMk/>
          <pc:sldMk cId="1677172524" sldId="263"/>
        </pc:sldMkLst>
        <pc:spChg chg="mod">
          <ac:chgData name="Ricardo Reyes" userId="56f37065d8af0f37" providerId="LiveId" clId="{9CCF5F94-A532-4CC5-9A9A-85F6CEF4B52C}" dt="2025-10-20T01:39:52.328" v="455" actId="26606"/>
          <ac:spMkLst>
            <pc:docMk/>
            <pc:sldMk cId="1677172524" sldId="263"/>
            <ac:spMk id="2" creationId="{E0FBE5EE-0D40-6641-2DF9-BB50EA6B837E}"/>
          </ac:spMkLst>
        </pc:spChg>
        <pc:spChg chg="add">
          <ac:chgData name="Ricardo Reyes" userId="56f37065d8af0f37" providerId="LiveId" clId="{9CCF5F94-A532-4CC5-9A9A-85F6CEF4B52C}" dt="2025-10-20T01:39:52.328" v="455" actId="26606"/>
          <ac:spMkLst>
            <pc:docMk/>
            <pc:sldMk cId="1677172524" sldId="263"/>
            <ac:spMk id="8" creationId="{6753252F-4873-4F63-801D-CC719279A7D5}"/>
          </ac:spMkLst>
        </pc:spChg>
        <pc:spChg chg="add">
          <ac:chgData name="Ricardo Reyes" userId="56f37065d8af0f37" providerId="LiveId" clId="{9CCF5F94-A532-4CC5-9A9A-85F6CEF4B52C}" dt="2025-10-20T01:39:52.328" v="455" actId="26606"/>
          <ac:spMkLst>
            <pc:docMk/>
            <pc:sldMk cId="1677172524" sldId="263"/>
            <ac:spMk id="10" creationId="{047C8CCB-F95D-4249-92DD-651249D3535A}"/>
          </ac:spMkLst>
        </pc:spChg>
        <pc:picChg chg="add mod">
          <ac:chgData name="Ricardo Reyes" userId="56f37065d8af0f37" providerId="LiveId" clId="{9CCF5F94-A532-4CC5-9A9A-85F6CEF4B52C}" dt="2025-10-20T01:39:52.328" v="455" actId="26606"/>
          <ac:picMkLst>
            <pc:docMk/>
            <pc:sldMk cId="1677172524" sldId="263"/>
            <ac:picMk id="3" creationId="{37B6F0FB-BC85-AB22-68C1-7634ED4E9131}"/>
          </ac:picMkLst>
        </pc:picChg>
      </pc:sldChg>
      <pc:sldChg chg="addSp delSp modSp new mod setBg modNotesTx">
        <pc:chgData name="Ricardo Reyes" userId="56f37065d8af0f37" providerId="LiveId" clId="{9CCF5F94-A532-4CC5-9A9A-85F6CEF4B52C}" dt="2025-10-21T00:26:38.746" v="6721" actId="6549"/>
        <pc:sldMkLst>
          <pc:docMk/>
          <pc:sldMk cId="3305351352" sldId="264"/>
        </pc:sldMkLst>
        <pc:spChg chg="mod ord">
          <ac:chgData name="Ricardo Reyes" userId="56f37065d8af0f37" providerId="LiveId" clId="{9CCF5F94-A532-4CC5-9A9A-85F6CEF4B52C}" dt="2025-10-20T02:17:33.500" v="1883" actId="26606"/>
          <ac:spMkLst>
            <pc:docMk/>
            <pc:sldMk cId="3305351352" sldId="264"/>
            <ac:spMk id="2" creationId="{053287FA-3F66-CFFD-A13D-570349706151}"/>
          </ac:spMkLst>
        </pc:spChg>
        <pc:spChg chg="add del mod">
          <ac:chgData name="Ricardo Reyes" userId="56f37065d8af0f37" providerId="LiveId" clId="{9CCF5F94-A532-4CC5-9A9A-85F6CEF4B52C}" dt="2025-10-20T01:42:56.137" v="490"/>
          <ac:spMkLst>
            <pc:docMk/>
            <pc:sldMk cId="3305351352" sldId="264"/>
            <ac:spMk id="3" creationId="{D7185F2A-3C4F-2749-6CD4-016F7CEBFFB5}"/>
          </ac:spMkLst>
        </pc:spChg>
        <pc:spChg chg="add del">
          <ac:chgData name="Ricardo Reyes" userId="56f37065d8af0f37" providerId="LiveId" clId="{9CCF5F94-A532-4CC5-9A9A-85F6CEF4B52C}" dt="2025-10-20T02:17:33.500" v="1883" actId="26606"/>
          <ac:spMkLst>
            <pc:docMk/>
            <pc:sldMk cId="3305351352" sldId="264"/>
            <ac:spMk id="12" creationId="{19D32F93-50AC-4C46-A5DB-291C60DDB7BD}"/>
          </ac:spMkLst>
        </pc:spChg>
        <pc:spChg chg="add del">
          <ac:chgData name="Ricardo Reyes" userId="56f37065d8af0f37" providerId="LiveId" clId="{9CCF5F94-A532-4CC5-9A9A-85F6CEF4B52C}" dt="2025-10-20T02:17:33.500" v="1883" actId="26606"/>
          <ac:spMkLst>
            <pc:docMk/>
            <pc:sldMk cId="3305351352" sldId="264"/>
            <ac:spMk id="14" creationId="{827DC2C4-B485-428A-BF4A-472D2967F47F}"/>
          </ac:spMkLst>
        </pc:spChg>
        <pc:spChg chg="add del">
          <ac:chgData name="Ricardo Reyes" userId="56f37065d8af0f37" providerId="LiveId" clId="{9CCF5F94-A532-4CC5-9A9A-85F6CEF4B52C}" dt="2025-10-20T02:17:33.500" v="1883" actId="26606"/>
          <ac:spMkLst>
            <pc:docMk/>
            <pc:sldMk cId="3305351352" sldId="264"/>
            <ac:spMk id="16" creationId="{EE04B5EB-F158-4507-90DD-BD23620C7CC9}"/>
          </ac:spMkLst>
        </pc:spChg>
        <pc:spChg chg="add">
          <ac:chgData name="Ricardo Reyes" userId="56f37065d8af0f37" providerId="LiveId" clId="{9CCF5F94-A532-4CC5-9A9A-85F6CEF4B52C}" dt="2025-10-20T02:17:33.500" v="1883" actId="26606"/>
          <ac:spMkLst>
            <pc:docMk/>
            <pc:sldMk cId="3305351352" sldId="264"/>
            <ac:spMk id="21" creationId="{ECEF6C2F-9906-4F89-9B4F-598E9F344B03}"/>
          </ac:spMkLst>
        </pc:spChg>
        <pc:spChg chg="add">
          <ac:chgData name="Ricardo Reyes" userId="56f37065d8af0f37" providerId="LiveId" clId="{9CCF5F94-A532-4CC5-9A9A-85F6CEF4B52C}" dt="2025-10-20T02:17:33.500" v="1883" actId="26606"/>
          <ac:spMkLst>
            <pc:docMk/>
            <pc:sldMk cId="3305351352" sldId="264"/>
            <ac:spMk id="23" creationId="{91E12CD6-A76F-439F-9C98-C0211D8FD814}"/>
          </ac:spMkLst>
        </pc:spChg>
        <pc:picChg chg="add del mod">
          <ac:chgData name="Ricardo Reyes" userId="56f37065d8af0f37" providerId="LiveId" clId="{9CCF5F94-A532-4CC5-9A9A-85F6CEF4B52C}" dt="2025-10-20T01:42:56.136" v="488" actId="478"/>
          <ac:picMkLst>
            <pc:docMk/>
            <pc:sldMk cId="3305351352" sldId="264"/>
            <ac:picMk id="5" creationId="{6F60157B-B6C2-3125-E548-2568EA0F7B25}"/>
          </ac:picMkLst>
        </pc:picChg>
        <pc:picChg chg="add mod ord">
          <ac:chgData name="Ricardo Reyes" userId="56f37065d8af0f37" providerId="LiveId" clId="{9CCF5F94-A532-4CC5-9A9A-85F6CEF4B52C}" dt="2025-10-20T02:17:33.500" v="1883" actId="26606"/>
          <ac:picMkLst>
            <pc:docMk/>
            <pc:sldMk cId="3305351352" sldId="264"/>
            <ac:picMk id="7" creationId="{97A9BECD-45B1-3AAC-AB09-0CAEFBD49996}"/>
          </ac:picMkLst>
        </pc:picChg>
      </pc:sldChg>
      <pc:sldChg chg="addSp delSp modSp new mod ord setBg modNotesTx">
        <pc:chgData name="Ricardo Reyes" userId="56f37065d8af0f37" providerId="LiveId" clId="{9CCF5F94-A532-4CC5-9A9A-85F6CEF4B52C}" dt="2025-10-20T19:24:28.869" v="6099" actId="20577"/>
        <pc:sldMkLst>
          <pc:docMk/>
          <pc:sldMk cId="1051038726" sldId="265"/>
        </pc:sldMkLst>
        <pc:spChg chg="mod">
          <ac:chgData name="Ricardo Reyes" userId="56f37065d8af0f37" providerId="LiveId" clId="{9CCF5F94-A532-4CC5-9A9A-85F6CEF4B52C}" dt="2025-10-20T02:18:33.851" v="1890" actId="26606"/>
          <ac:spMkLst>
            <pc:docMk/>
            <pc:sldMk cId="1051038726" sldId="265"/>
            <ac:spMk id="2" creationId="{B0170343-B65D-5583-F090-6C545197ACAA}"/>
          </ac:spMkLst>
        </pc:spChg>
        <pc:spChg chg="add del mod">
          <ac:chgData name="Ricardo Reyes" userId="56f37065d8af0f37" providerId="LiveId" clId="{9CCF5F94-A532-4CC5-9A9A-85F6CEF4B52C}" dt="2025-10-20T02:18:33.851" v="1890" actId="26606"/>
          <ac:spMkLst>
            <pc:docMk/>
            <pc:sldMk cId="1051038726" sldId="265"/>
            <ac:spMk id="3" creationId="{78E90457-B8B5-66F5-97D1-9E3CD56368DF}"/>
          </ac:spMkLst>
        </pc:spChg>
        <pc:spChg chg="add del">
          <ac:chgData name="Ricardo Reyes" userId="56f37065d8af0f37" providerId="LiveId" clId="{9CCF5F94-A532-4CC5-9A9A-85F6CEF4B52C}" dt="2025-10-20T02:18:00.404" v="1885" actId="26606"/>
          <ac:spMkLst>
            <pc:docMk/>
            <pc:sldMk cId="1051038726" sldId="265"/>
            <ac:spMk id="9" creationId="{C0763A76-9F1C-4FC5-82B7-DD475DA461B2}"/>
          </ac:spMkLst>
        </pc:spChg>
        <pc:spChg chg="add del">
          <ac:chgData name="Ricardo Reyes" userId="56f37065d8af0f37" providerId="LiveId" clId="{9CCF5F94-A532-4CC5-9A9A-85F6CEF4B52C}" dt="2025-10-20T02:18:00.404" v="1885" actId="26606"/>
          <ac:spMkLst>
            <pc:docMk/>
            <pc:sldMk cId="1051038726" sldId="265"/>
            <ac:spMk id="11" creationId="{E81BF4F6-F2CF-4984-9D14-D6966D92F99F}"/>
          </ac:spMkLst>
        </pc:spChg>
        <pc:spChg chg="add del">
          <ac:chgData name="Ricardo Reyes" userId="56f37065d8af0f37" providerId="LiveId" clId="{9CCF5F94-A532-4CC5-9A9A-85F6CEF4B52C}" dt="2025-10-20T02:18:29.806" v="1887" actId="26606"/>
          <ac:spMkLst>
            <pc:docMk/>
            <pc:sldMk cId="1051038726" sldId="265"/>
            <ac:spMk id="13" creationId="{AAD0DBB9-1A4B-4391-81D4-CB19F9AB918A}"/>
          </ac:spMkLst>
        </pc:spChg>
        <pc:spChg chg="add del">
          <ac:chgData name="Ricardo Reyes" userId="56f37065d8af0f37" providerId="LiveId" clId="{9CCF5F94-A532-4CC5-9A9A-85F6CEF4B52C}" dt="2025-10-20T02:18:29.806" v="1887" actId="26606"/>
          <ac:spMkLst>
            <pc:docMk/>
            <pc:sldMk cId="1051038726" sldId="265"/>
            <ac:spMk id="14" creationId="{BACC6370-2D7E-4714-9D71-7542949D7D5D}"/>
          </ac:spMkLst>
        </pc:spChg>
        <pc:spChg chg="add del">
          <ac:chgData name="Ricardo Reyes" userId="56f37065d8af0f37" providerId="LiveId" clId="{9CCF5F94-A532-4CC5-9A9A-85F6CEF4B52C}" dt="2025-10-20T02:18:29.806" v="1887" actId="26606"/>
          <ac:spMkLst>
            <pc:docMk/>
            <pc:sldMk cId="1051038726" sldId="265"/>
            <ac:spMk id="15" creationId="{063BBA22-50EA-4C4D-BE05-F1CE4E63AA56}"/>
          </ac:spMkLst>
        </pc:spChg>
        <pc:spChg chg="add del">
          <ac:chgData name="Ricardo Reyes" userId="56f37065d8af0f37" providerId="LiveId" clId="{9CCF5F94-A532-4CC5-9A9A-85F6CEF4B52C}" dt="2025-10-20T02:18:29.806" v="1887" actId="26606"/>
          <ac:spMkLst>
            <pc:docMk/>
            <pc:sldMk cId="1051038726" sldId="265"/>
            <ac:spMk id="16" creationId="{F68B3F68-107C-434F-AA38-110D5EA91B85}"/>
          </ac:spMkLst>
        </pc:spChg>
        <pc:spChg chg="add del">
          <ac:chgData name="Ricardo Reyes" userId="56f37065d8af0f37" providerId="LiveId" clId="{9CCF5F94-A532-4CC5-9A9A-85F6CEF4B52C}" dt="2025-10-20T02:18:33.837" v="1889" actId="26606"/>
          <ac:spMkLst>
            <pc:docMk/>
            <pc:sldMk cId="1051038726" sldId="265"/>
            <ac:spMk id="19" creationId="{56E9B3E6-E277-4D68-BA48-9CB43FFBD6E2}"/>
          </ac:spMkLst>
        </pc:spChg>
        <pc:spChg chg="add del">
          <ac:chgData name="Ricardo Reyes" userId="56f37065d8af0f37" providerId="LiveId" clId="{9CCF5F94-A532-4CC5-9A9A-85F6CEF4B52C}" dt="2025-10-20T02:18:33.837" v="1889" actId="26606"/>
          <ac:spMkLst>
            <pc:docMk/>
            <pc:sldMk cId="1051038726" sldId="265"/>
            <ac:spMk id="23" creationId="{D5B0017B-2ECA-49AF-B397-DC140825DF8D}"/>
          </ac:spMkLst>
        </pc:spChg>
        <pc:spChg chg="add">
          <ac:chgData name="Ricardo Reyes" userId="56f37065d8af0f37" providerId="LiveId" clId="{9CCF5F94-A532-4CC5-9A9A-85F6CEF4B52C}" dt="2025-10-20T02:18:33.851" v="1890" actId="26606"/>
          <ac:spMkLst>
            <pc:docMk/>
            <pc:sldMk cId="1051038726" sldId="265"/>
            <ac:spMk id="26" creationId="{2659FDB4-FCBE-4A89-B46D-43D4FA54464D}"/>
          </ac:spMkLst>
        </pc:spChg>
        <pc:grpChg chg="add del">
          <ac:chgData name="Ricardo Reyes" userId="56f37065d8af0f37" providerId="LiveId" clId="{9CCF5F94-A532-4CC5-9A9A-85F6CEF4B52C}" dt="2025-10-20T02:18:33.837" v="1889" actId="26606"/>
          <ac:grpSpMkLst>
            <pc:docMk/>
            <pc:sldMk cId="1051038726" sldId="265"/>
            <ac:grpSpMk id="20" creationId="{AE1C45F0-260A-458C-96ED-C1F6D2151219}"/>
          </ac:grpSpMkLst>
        </pc:grpChg>
        <pc:graphicFrameChg chg="add del">
          <ac:chgData name="Ricardo Reyes" userId="56f37065d8af0f37" providerId="LiveId" clId="{9CCF5F94-A532-4CC5-9A9A-85F6CEF4B52C}" dt="2025-10-20T02:18:29.806" v="1887" actId="26606"/>
          <ac:graphicFrameMkLst>
            <pc:docMk/>
            <pc:sldMk cId="1051038726" sldId="265"/>
            <ac:graphicFrameMk id="17" creationId="{ABFA3D36-87CE-891C-67E3-4C27C9BA0577}"/>
          </ac:graphicFrameMkLst>
        </pc:graphicFrameChg>
        <pc:graphicFrameChg chg="add del">
          <ac:chgData name="Ricardo Reyes" userId="56f37065d8af0f37" providerId="LiveId" clId="{9CCF5F94-A532-4CC5-9A9A-85F6CEF4B52C}" dt="2025-10-20T02:18:33.837" v="1889" actId="26606"/>
          <ac:graphicFrameMkLst>
            <pc:docMk/>
            <pc:sldMk cId="1051038726" sldId="265"/>
            <ac:graphicFrameMk id="24" creationId="{B12DEB8E-3076-5E2F-E3D0-5A8A02B9C3F8}"/>
          </ac:graphicFrameMkLst>
        </pc:graphicFrameChg>
        <pc:graphicFrameChg chg="add mod">
          <ac:chgData name="Ricardo Reyes" userId="56f37065d8af0f37" providerId="LiveId" clId="{9CCF5F94-A532-4CC5-9A9A-85F6CEF4B52C}" dt="2025-10-20T03:02:28.353" v="2355"/>
          <ac:graphicFrameMkLst>
            <pc:docMk/>
            <pc:sldMk cId="1051038726" sldId="265"/>
            <ac:graphicFrameMk id="28" creationId="{322E71C0-32E0-8875-FFFD-D3CF35FC2499}"/>
          </ac:graphicFrameMkLst>
        </pc:graphicFrameChg>
        <pc:picChg chg="add del">
          <ac:chgData name="Ricardo Reyes" userId="56f37065d8af0f37" providerId="LiveId" clId="{9CCF5F94-A532-4CC5-9A9A-85F6CEF4B52C}" dt="2025-10-20T02:18:00.404" v="1885" actId="26606"/>
          <ac:picMkLst>
            <pc:docMk/>
            <pc:sldMk cId="1051038726" sldId="265"/>
            <ac:picMk id="5" creationId="{5BC2C574-1462-3286-7F2D-201CF293586B}"/>
          </ac:picMkLst>
        </pc:picChg>
        <pc:cxnChg chg="add del">
          <ac:chgData name="Ricardo Reyes" userId="56f37065d8af0f37" providerId="LiveId" clId="{9CCF5F94-A532-4CC5-9A9A-85F6CEF4B52C}" dt="2025-10-20T02:18:33.837" v="1889" actId="26606"/>
          <ac:cxnSpMkLst>
            <pc:docMk/>
            <pc:sldMk cId="1051038726" sldId="265"/>
            <ac:cxnSpMk id="18" creationId="{6CF1BAF6-AD41-4082-B212-8A1F9A2E8779}"/>
          </ac:cxnSpMkLst>
        </pc:cxnChg>
        <pc:cxnChg chg="add">
          <ac:chgData name="Ricardo Reyes" userId="56f37065d8af0f37" providerId="LiveId" clId="{9CCF5F94-A532-4CC5-9A9A-85F6CEF4B52C}" dt="2025-10-20T02:18:33.851" v="1890" actId="26606"/>
          <ac:cxnSpMkLst>
            <pc:docMk/>
            <pc:sldMk cId="1051038726" sldId="265"/>
            <ac:cxnSpMk id="27" creationId="{C8F51B3F-8331-4E4A-AE96-D47B1006EEAD}"/>
          </ac:cxnSpMkLst>
        </pc:cxnChg>
      </pc:sldChg>
      <pc:sldChg chg="addSp delSp modSp new mod setBg modNotesTx">
        <pc:chgData name="Ricardo Reyes" userId="56f37065d8af0f37" providerId="LiveId" clId="{9CCF5F94-A532-4CC5-9A9A-85F6CEF4B52C}" dt="2025-10-20T18:20:59.420" v="5206" actId="20577"/>
        <pc:sldMkLst>
          <pc:docMk/>
          <pc:sldMk cId="762600275" sldId="266"/>
        </pc:sldMkLst>
        <pc:spChg chg="mod">
          <ac:chgData name="Ricardo Reyes" userId="56f37065d8af0f37" providerId="LiveId" clId="{9CCF5F94-A532-4CC5-9A9A-85F6CEF4B52C}" dt="2025-10-20T02:14:58.625" v="1863" actId="26606"/>
          <ac:spMkLst>
            <pc:docMk/>
            <pc:sldMk cId="762600275" sldId="266"/>
            <ac:spMk id="2" creationId="{B55B069F-41FD-ED3F-2369-B6677FA17CFB}"/>
          </ac:spMkLst>
        </pc:spChg>
        <pc:spChg chg="add del mod">
          <ac:chgData name="Ricardo Reyes" userId="56f37065d8af0f37" providerId="LiveId" clId="{9CCF5F94-A532-4CC5-9A9A-85F6CEF4B52C}" dt="2025-10-20T01:52:22.697" v="1091"/>
          <ac:spMkLst>
            <pc:docMk/>
            <pc:sldMk cId="762600275" sldId="266"/>
            <ac:spMk id="3" creationId="{88EF89E0-2FDF-7838-189F-7C9E47212BB7}"/>
          </ac:spMkLst>
        </pc:spChg>
        <pc:spChg chg="add mod">
          <ac:chgData name="Ricardo Reyes" userId="56f37065d8af0f37" providerId="LiveId" clId="{9CCF5F94-A532-4CC5-9A9A-85F6CEF4B52C}" dt="2025-10-20T18:19:04.278" v="5148" actId="5793"/>
          <ac:spMkLst>
            <pc:docMk/>
            <pc:sldMk cId="762600275" sldId="266"/>
            <ac:spMk id="4" creationId="{B3D53853-840B-7A48-07FE-47FCB48E6FCE}"/>
          </ac:spMkLst>
        </pc:spChg>
        <pc:spChg chg="add mod">
          <ac:chgData name="Ricardo Reyes" userId="56f37065d8af0f37" providerId="LiveId" clId="{9CCF5F94-A532-4CC5-9A9A-85F6CEF4B52C}" dt="2025-10-20T18:20:59.420" v="5206" actId="20577"/>
          <ac:spMkLst>
            <pc:docMk/>
            <pc:sldMk cId="762600275" sldId="266"/>
            <ac:spMk id="5" creationId="{AC98E93B-6FE2-FCAD-DCF3-F60BC02A79C4}"/>
          </ac:spMkLst>
        </pc:spChg>
        <pc:spChg chg="add del mod">
          <ac:chgData name="Ricardo Reyes" userId="56f37065d8af0f37" providerId="LiveId" clId="{9CCF5F94-A532-4CC5-9A9A-85F6CEF4B52C}" dt="2025-10-20T02:10:19.989" v="1795" actId="478"/>
          <ac:spMkLst>
            <pc:docMk/>
            <pc:sldMk cId="762600275" sldId="266"/>
            <ac:spMk id="6" creationId="{B7721811-7024-F6D8-BB37-BA5419DDBCDE}"/>
          </ac:spMkLst>
        </pc:spChg>
        <pc:spChg chg="add">
          <ac:chgData name="Ricardo Reyes" userId="56f37065d8af0f37" providerId="LiveId" clId="{9CCF5F94-A532-4CC5-9A9A-85F6CEF4B52C}" dt="2025-10-20T02:14:58.625" v="1863" actId="26606"/>
          <ac:spMkLst>
            <pc:docMk/>
            <pc:sldMk cId="762600275" sldId="266"/>
            <ac:spMk id="10" creationId="{815925C2-A704-4D47-B1C1-3FCA52512EC1}"/>
          </ac:spMkLst>
        </pc:spChg>
        <pc:spChg chg="add">
          <ac:chgData name="Ricardo Reyes" userId="56f37065d8af0f37" providerId="LiveId" clId="{9CCF5F94-A532-4CC5-9A9A-85F6CEF4B52C}" dt="2025-10-20T02:14:58.625" v="1863" actId="26606"/>
          <ac:spMkLst>
            <pc:docMk/>
            <pc:sldMk cId="762600275" sldId="266"/>
            <ac:spMk id="12" creationId="{01D4315C-C23C-4FD3-98DF-08C29E2292A8}"/>
          </ac:spMkLst>
        </pc:spChg>
        <pc:grpChg chg="add">
          <ac:chgData name="Ricardo Reyes" userId="56f37065d8af0f37" providerId="LiveId" clId="{9CCF5F94-A532-4CC5-9A9A-85F6CEF4B52C}" dt="2025-10-20T02:14:58.625" v="1863" actId="26606"/>
          <ac:grpSpMkLst>
            <pc:docMk/>
            <pc:sldMk cId="762600275" sldId="266"/>
            <ac:grpSpMk id="14" creationId="{5E6B47BC-43FD-4C91-8BFF-B41B99A8A39E}"/>
          </ac:grpSpMkLst>
        </pc:grpChg>
        <pc:grpChg chg="add">
          <ac:chgData name="Ricardo Reyes" userId="56f37065d8af0f37" providerId="LiveId" clId="{9CCF5F94-A532-4CC5-9A9A-85F6CEF4B52C}" dt="2025-10-20T02:14:58.625" v="1863" actId="26606"/>
          <ac:grpSpMkLst>
            <pc:docMk/>
            <pc:sldMk cId="762600275" sldId="266"/>
            <ac:grpSpMk id="18" creationId="{43F5E015-E085-4624-B431-B42414448684}"/>
          </ac:grpSpMkLst>
        </pc:grpChg>
        <pc:picChg chg="add del mod">
          <ac:chgData name="Ricardo Reyes" userId="56f37065d8af0f37" providerId="LiveId" clId="{9CCF5F94-A532-4CC5-9A9A-85F6CEF4B52C}" dt="2025-10-20T02:11:16.208" v="1800" actId="478"/>
          <ac:picMkLst>
            <pc:docMk/>
            <pc:sldMk cId="762600275" sldId="266"/>
            <ac:picMk id="7" creationId="{0FAE0F89-3E71-3CEC-08D9-88B03F3B2FEF}"/>
          </ac:picMkLst>
        </pc:picChg>
      </pc:sldChg>
      <pc:sldChg chg="addSp delSp modSp new mod setBg addAnim delAnim setClrOvrMap modNotesTx">
        <pc:chgData name="Ricardo Reyes" userId="56f37065d8af0f37" providerId="LiveId" clId="{9CCF5F94-A532-4CC5-9A9A-85F6CEF4B52C}" dt="2025-10-20T20:31:45.337" v="6671" actId="20577"/>
        <pc:sldMkLst>
          <pc:docMk/>
          <pc:sldMk cId="3253385620" sldId="267"/>
        </pc:sldMkLst>
        <pc:spChg chg="mod">
          <ac:chgData name="Ricardo Reyes" userId="56f37065d8af0f37" providerId="LiveId" clId="{9CCF5F94-A532-4CC5-9A9A-85F6CEF4B52C}" dt="2025-10-20T20:31:45.337" v="6671" actId="20577"/>
          <ac:spMkLst>
            <pc:docMk/>
            <pc:sldMk cId="3253385620" sldId="267"/>
            <ac:spMk id="2" creationId="{FCD220C4-0FCB-8BE2-11E9-0DF8FF15710A}"/>
          </ac:spMkLst>
        </pc:spChg>
        <pc:spChg chg="add del">
          <ac:chgData name="Ricardo Reyes" userId="56f37065d8af0f37" providerId="LiveId" clId="{9CCF5F94-A532-4CC5-9A9A-85F6CEF4B52C}" dt="2025-10-20T18:22:07.697" v="5207" actId="26606"/>
          <ac:spMkLst>
            <pc:docMk/>
            <pc:sldMk cId="3253385620" sldId="267"/>
            <ac:spMk id="7" creationId="{66B332A4-D438-4773-A77F-5ED49A448D9D}"/>
          </ac:spMkLst>
        </pc:spChg>
        <pc:spChg chg="add del">
          <ac:chgData name="Ricardo Reyes" userId="56f37065d8af0f37" providerId="LiveId" clId="{9CCF5F94-A532-4CC5-9A9A-85F6CEF4B52C}" dt="2025-10-20T02:16:31.965" v="1873" actId="26606"/>
          <ac:spMkLst>
            <pc:docMk/>
            <pc:sldMk cId="3253385620" sldId="267"/>
            <ac:spMk id="8" creationId="{06DA9DF9-31F7-4056-B42E-878CC92417B8}"/>
          </ac:spMkLst>
        </pc:spChg>
        <pc:spChg chg="add del">
          <ac:chgData name="Ricardo Reyes" userId="56f37065d8af0f37" providerId="LiveId" clId="{9CCF5F94-A532-4CC5-9A9A-85F6CEF4B52C}" dt="2025-10-20T18:22:07.697" v="5207" actId="26606"/>
          <ac:spMkLst>
            <pc:docMk/>
            <pc:sldMk cId="3253385620" sldId="267"/>
            <ac:spMk id="9" creationId="{DF9AD32D-FF05-44F4-BD4D-9CEE89B71EB9}"/>
          </ac:spMkLst>
        </pc:spChg>
        <pc:spChg chg="add">
          <ac:chgData name="Ricardo Reyes" userId="56f37065d8af0f37" providerId="LiveId" clId="{9CCF5F94-A532-4CC5-9A9A-85F6CEF4B52C}" dt="2025-10-20T18:22:07.697" v="5207" actId="26606"/>
          <ac:spMkLst>
            <pc:docMk/>
            <pc:sldMk cId="3253385620" sldId="267"/>
            <ac:spMk id="16" creationId="{A3363022-C969-41E9-8EB2-E4C94908C1FA}"/>
          </ac:spMkLst>
        </pc:spChg>
        <pc:spChg chg="add">
          <ac:chgData name="Ricardo Reyes" userId="56f37065d8af0f37" providerId="LiveId" clId="{9CCF5F94-A532-4CC5-9A9A-85F6CEF4B52C}" dt="2025-10-20T18:22:07.697" v="5207" actId="26606"/>
          <ac:spMkLst>
            <pc:docMk/>
            <pc:sldMk cId="3253385620" sldId="267"/>
            <ac:spMk id="18" creationId="{8D1AD6B3-BE88-4CEB-BA17-790657CC4729}"/>
          </ac:spMkLst>
        </pc:spChg>
        <pc:grpChg chg="add">
          <ac:chgData name="Ricardo Reyes" userId="56f37065d8af0f37" providerId="LiveId" clId="{9CCF5F94-A532-4CC5-9A9A-85F6CEF4B52C}" dt="2025-10-20T18:22:07.697" v="5207" actId="26606"/>
          <ac:grpSpMkLst>
            <pc:docMk/>
            <pc:sldMk cId="3253385620" sldId="267"/>
            <ac:grpSpMk id="20" creationId="{89D1390B-7E13-4B4F-9CB2-391063412E54}"/>
          </ac:grpSpMkLst>
        </pc:grpChg>
        <pc:picChg chg="add del">
          <ac:chgData name="Ricardo Reyes" userId="56f37065d8af0f37" providerId="LiveId" clId="{9CCF5F94-A532-4CC5-9A9A-85F6CEF4B52C}" dt="2025-10-20T02:16:31.965" v="1873" actId="26606"/>
          <ac:picMkLst>
            <pc:docMk/>
            <pc:sldMk cId="3253385620" sldId="267"/>
            <ac:picMk id="4" creationId="{FA31BCBF-2F07-2BE8-C33A-94FA1C8C1CD8}"/>
          </ac:picMkLst>
        </pc:picChg>
        <pc:picChg chg="add">
          <ac:chgData name="Ricardo Reyes" userId="56f37065d8af0f37" providerId="LiveId" clId="{9CCF5F94-A532-4CC5-9A9A-85F6CEF4B52C}" dt="2025-10-20T18:22:07.697" v="5207" actId="26606"/>
          <ac:picMkLst>
            <pc:docMk/>
            <pc:sldMk cId="3253385620" sldId="267"/>
            <ac:picMk id="13" creationId="{F4E89B0A-179F-0151-365D-031E97B2CD50}"/>
          </ac:picMkLst>
        </pc:picChg>
      </pc:sldChg>
      <pc:sldChg chg="addSp delSp modSp new mod setBg modNotesTx">
        <pc:chgData name="Ricardo Reyes" userId="56f37065d8af0f37" providerId="LiveId" clId="{9CCF5F94-A532-4CC5-9A9A-85F6CEF4B52C}" dt="2025-10-20T19:25:25.385" v="6106" actId="20577"/>
        <pc:sldMkLst>
          <pc:docMk/>
          <pc:sldMk cId="2366997072" sldId="268"/>
        </pc:sldMkLst>
        <pc:spChg chg="mod ord">
          <ac:chgData name="Ricardo Reyes" userId="56f37065d8af0f37" providerId="LiveId" clId="{9CCF5F94-A532-4CC5-9A9A-85F6CEF4B52C}" dt="2025-10-20T02:21:26.868" v="1948" actId="26606"/>
          <ac:spMkLst>
            <pc:docMk/>
            <pc:sldMk cId="2366997072" sldId="268"/>
            <ac:spMk id="2" creationId="{ADBF7562-DBF3-DF0A-303F-0A044270D501}"/>
          </ac:spMkLst>
        </pc:spChg>
        <pc:spChg chg="add del">
          <ac:chgData name="Ricardo Reyes" userId="56f37065d8af0f37" providerId="LiveId" clId="{9CCF5F94-A532-4CC5-9A9A-85F6CEF4B52C}" dt="2025-10-20T02:21:26.858" v="1947" actId="26606"/>
          <ac:spMkLst>
            <pc:docMk/>
            <pc:sldMk cId="2366997072" sldId="268"/>
            <ac:spMk id="8" creationId="{C7D023E4-8DE1-436E-9847-ED6A4B4B04FD}"/>
          </ac:spMkLst>
        </pc:spChg>
        <pc:spChg chg="add del">
          <ac:chgData name="Ricardo Reyes" userId="56f37065d8af0f37" providerId="LiveId" clId="{9CCF5F94-A532-4CC5-9A9A-85F6CEF4B52C}" dt="2025-10-20T02:21:26.858" v="1947" actId="26606"/>
          <ac:spMkLst>
            <pc:docMk/>
            <pc:sldMk cId="2366997072" sldId="268"/>
            <ac:spMk id="10" creationId="{8B2B1708-8CE4-4A20-94F5-55118AE2CBD7}"/>
          </ac:spMkLst>
        </pc:spChg>
        <pc:spChg chg="add del">
          <ac:chgData name="Ricardo Reyes" userId="56f37065d8af0f37" providerId="LiveId" clId="{9CCF5F94-A532-4CC5-9A9A-85F6CEF4B52C}" dt="2025-10-20T02:21:26.858" v="1947" actId="26606"/>
          <ac:spMkLst>
            <pc:docMk/>
            <pc:sldMk cId="2366997072" sldId="268"/>
            <ac:spMk id="16" creationId="{C58F402F-FDB5-409B-8818-B6FCE06E577C}"/>
          </ac:spMkLst>
        </pc:spChg>
        <pc:spChg chg="add">
          <ac:chgData name="Ricardo Reyes" userId="56f37065d8af0f37" providerId="LiveId" clId="{9CCF5F94-A532-4CC5-9A9A-85F6CEF4B52C}" dt="2025-10-20T02:21:26.868" v="1948" actId="26606"/>
          <ac:spMkLst>
            <pc:docMk/>
            <pc:sldMk cId="2366997072" sldId="268"/>
            <ac:spMk id="27" creationId="{A8384FB5-9ADC-4DDC-881B-597D56F5B15D}"/>
          </ac:spMkLst>
        </pc:spChg>
        <pc:spChg chg="add">
          <ac:chgData name="Ricardo Reyes" userId="56f37065d8af0f37" providerId="LiveId" clId="{9CCF5F94-A532-4CC5-9A9A-85F6CEF4B52C}" dt="2025-10-20T02:21:26.868" v="1948" actId="26606"/>
          <ac:spMkLst>
            <pc:docMk/>
            <pc:sldMk cId="2366997072" sldId="268"/>
            <ac:spMk id="28" creationId="{1199E1B1-A8C0-4FE8-A5A8-1CB41D69F857}"/>
          </ac:spMkLst>
        </pc:spChg>
        <pc:spChg chg="add">
          <ac:chgData name="Ricardo Reyes" userId="56f37065d8af0f37" providerId="LiveId" clId="{9CCF5F94-A532-4CC5-9A9A-85F6CEF4B52C}" dt="2025-10-20T02:21:26.868" v="1948" actId="26606"/>
          <ac:spMkLst>
            <pc:docMk/>
            <pc:sldMk cId="2366997072" sldId="268"/>
            <ac:spMk id="29" creationId="{84A8DE83-DE75-4B41-9DB4-A7EC0B0DEC0B}"/>
          </ac:spMkLst>
        </pc:spChg>
        <pc:spChg chg="add">
          <ac:chgData name="Ricardo Reyes" userId="56f37065d8af0f37" providerId="LiveId" clId="{9CCF5F94-A532-4CC5-9A9A-85F6CEF4B52C}" dt="2025-10-20T02:21:26.868" v="1948" actId="26606"/>
          <ac:spMkLst>
            <pc:docMk/>
            <pc:sldMk cId="2366997072" sldId="268"/>
            <ac:spMk id="30" creationId="{A7009A0A-BEF5-4EAC-AF15-E4F9F002E239}"/>
          </ac:spMkLst>
        </pc:spChg>
        <pc:grpChg chg="add del">
          <ac:chgData name="Ricardo Reyes" userId="56f37065d8af0f37" providerId="LiveId" clId="{9CCF5F94-A532-4CC5-9A9A-85F6CEF4B52C}" dt="2025-10-20T02:21:26.858" v="1947" actId="26606"/>
          <ac:grpSpMkLst>
            <pc:docMk/>
            <pc:sldMk cId="2366997072" sldId="268"/>
            <ac:grpSpMk id="12" creationId="{5D095D3E-C464-41D5-87FA-07742698A722}"/>
          </ac:grpSpMkLst>
        </pc:grpChg>
        <pc:grpChg chg="add del">
          <ac:chgData name="Ricardo Reyes" userId="56f37065d8af0f37" providerId="LiveId" clId="{9CCF5F94-A532-4CC5-9A9A-85F6CEF4B52C}" dt="2025-10-20T02:21:26.858" v="1947" actId="26606"/>
          <ac:grpSpMkLst>
            <pc:docMk/>
            <pc:sldMk cId="2366997072" sldId="268"/>
            <ac:grpSpMk id="18" creationId="{E27AF472-EAE3-4572-AB69-B92BD10DBC6D}"/>
          </ac:grpSpMkLst>
        </pc:grpChg>
        <pc:picChg chg="add del mod">
          <ac:chgData name="Ricardo Reyes" userId="56f37065d8af0f37" providerId="LiveId" clId="{9CCF5F94-A532-4CC5-9A9A-85F6CEF4B52C}" dt="2025-10-20T03:56:27.330" v="4015" actId="478"/>
          <ac:picMkLst>
            <pc:docMk/>
            <pc:sldMk cId="2366997072" sldId="268"/>
            <ac:picMk id="3" creationId="{140B197D-79B5-F3C6-6463-294C23D22A08}"/>
          </ac:picMkLst>
        </pc:picChg>
        <pc:picChg chg="add mod">
          <ac:chgData name="Ricardo Reyes" userId="56f37065d8af0f37" providerId="LiveId" clId="{9CCF5F94-A532-4CC5-9A9A-85F6CEF4B52C}" dt="2025-10-20T03:56:42.959" v="4018" actId="1076"/>
          <ac:picMkLst>
            <pc:docMk/>
            <pc:sldMk cId="2366997072" sldId="268"/>
            <ac:picMk id="4" creationId="{0C49865A-F87D-D511-5A89-27400041B8E0}"/>
          </ac:picMkLst>
        </pc:picChg>
      </pc:sldChg>
      <pc:sldChg chg="addSp modSp new add del mod">
        <pc:chgData name="Ricardo Reyes" userId="56f37065d8af0f37" providerId="LiveId" clId="{9CCF5F94-A532-4CC5-9A9A-85F6CEF4B52C}" dt="2025-10-20T02:14:51.071" v="1862" actId="2696"/>
        <pc:sldMkLst>
          <pc:docMk/>
          <pc:sldMk cId="4232623736" sldId="268"/>
        </pc:sldMkLst>
        <pc:spChg chg="mod">
          <ac:chgData name="Ricardo Reyes" userId="56f37065d8af0f37" providerId="LiveId" clId="{9CCF5F94-A532-4CC5-9A9A-85F6CEF4B52C}" dt="2025-10-20T02:14:31.372" v="1860" actId="122"/>
          <ac:spMkLst>
            <pc:docMk/>
            <pc:sldMk cId="4232623736" sldId="268"/>
            <ac:spMk id="2" creationId="{CCCE1E2D-9798-5B55-C7A6-D344590625E4}"/>
          </ac:spMkLst>
        </pc:spChg>
        <pc:picChg chg="add mod">
          <ac:chgData name="Ricardo Reyes" userId="56f37065d8af0f37" providerId="LiveId" clId="{9CCF5F94-A532-4CC5-9A9A-85F6CEF4B52C}" dt="2025-10-20T02:11:46.957" v="1804" actId="14100"/>
          <ac:picMkLst>
            <pc:docMk/>
            <pc:sldMk cId="4232623736" sldId="268"/>
            <ac:picMk id="3" creationId="{CCFB5B23-EAF4-AEB9-68F3-6131E307A4C3}"/>
          </ac:picMkLst>
        </pc:picChg>
      </pc:sldChg>
      <pc:sldChg chg="addSp delSp modSp new mod setBg modNotesTx">
        <pc:chgData name="Ricardo Reyes" userId="56f37065d8af0f37" providerId="LiveId" clId="{9CCF5F94-A532-4CC5-9A9A-85F6CEF4B52C}" dt="2025-10-20T19:26:30.651" v="6107" actId="6549"/>
        <pc:sldMkLst>
          <pc:docMk/>
          <pc:sldMk cId="3108502612" sldId="269"/>
        </pc:sldMkLst>
        <pc:spChg chg="mod ord">
          <ac:chgData name="Ricardo Reyes" userId="56f37065d8af0f37" providerId="LiveId" clId="{9CCF5F94-A532-4CC5-9A9A-85F6CEF4B52C}" dt="2025-10-20T18:59:36.047" v="5834" actId="26606"/>
          <ac:spMkLst>
            <pc:docMk/>
            <pc:sldMk cId="3108502612" sldId="269"/>
            <ac:spMk id="2" creationId="{6ABA2379-5767-0DBF-5D80-82129FE781F9}"/>
          </ac:spMkLst>
        </pc:spChg>
        <pc:spChg chg="add del mod">
          <ac:chgData name="Ricardo Reyes" userId="56f37065d8af0f37" providerId="LiveId" clId="{9CCF5F94-A532-4CC5-9A9A-85F6CEF4B52C}" dt="2025-10-20T18:54:08.948" v="5665" actId="478"/>
          <ac:spMkLst>
            <pc:docMk/>
            <pc:sldMk cId="3108502612" sldId="269"/>
            <ac:spMk id="3" creationId="{60CCBC66-AE7E-A737-53D8-436C094A45D9}"/>
          </ac:spMkLst>
        </pc:spChg>
        <pc:spChg chg="add mod">
          <ac:chgData name="Ricardo Reyes" userId="56f37065d8af0f37" providerId="LiveId" clId="{9CCF5F94-A532-4CC5-9A9A-85F6CEF4B52C}" dt="2025-10-20T18:59:36.047" v="5834" actId="26606"/>
          <ac:spMkLst>
            <pc:docMk/>
            <pc:sldMk cId="3108502612" sldId="269"/>
            <ac:spMk id="4" creationId="{1482C1AC-C785-7606-0A88-55069935FCF2}"/>
          </ac:spMkLst>
        </pc:spChg>
        <pc:spChg chg="add del">
          <ac:chgData name="Ricardo Reyes" userId="56f37065d8af0f37" providerId="LiveId" clId="{9CCF5F94-A532-4CC5-9A9A-85F6CEF4B52C}" dt="2025-10-20T18:59:36.047" v="5834" actId="26606"/>
          <ac:spMkLst>
            <pc:docMk/>
            <pc:sldMk cId="3108502612" sldId="269"/>
            <ac:spMk id="9" creationId="{AE3A741D-C19B-960A-5803-1C5887147820}"/>
          </ac:spMkLst>
        </pc:spChg>
        <pc:spChg chg="add del">
          <ac:chgData name="Ricardo Reyes" userId="56f37065d8af0f37" providerId="LiveId" clId="{9CCF5F94-A532-4CC5-9A9A-85F6CEF4B52C}" dt="2025-10-20T18:59:36.047" v="5834" actId="26606"/>
          <ac:spMkLst>
            <pc:docMk/>
            <pc:sldMk cId="3108502612" sldId="269"/>
            <ac:spMk id="11" creationId="{DC39DE25-0E4E-0AA7-0932-1D78C2372786}"/>
          </ac:spMkLst>
        </pc:spChg>
        <pc:spChg chg="add del">
          <ac:chgData name="Ricardo Reyes" userId="56f37065d8af0f37" providerId="LiveId" clId="{9CCF5F94-A532-4CC5-9A9A-85F6CEF4B52C}" dt="2025-10-20T18:59:36.047" v="5834" actId="26606"/>
          <ac:spMkLst>
            <pc:docMk/>
            <pc:sldMk cId="3108502612" sldId="269"/>
            <ac:spMk id="13" creationId="{8D6EA299-0840-6DEA-E670-C49AEBC87E89}"/>
          </ac:spMkLst>
        </pc:spChg>
        <pc:spChg chg="add del">
          <ac:chgData name="Ricardo Reyes" userId="56f37065d8af0f37" providerId="LiveId" clId="{9CCF5F94-A532-4CC5-9A9A-85F6CEF4B52C}" dt="2025-10-20T18:59:33.490" v="5831" actId="26606"/>
          <ac:spMkLst>
            <pc:docMk/>
            <pc:sldMk cId="3108502612" sldId="269"/>
            <ac:spMk id="18" creationId="{F13C74B1-5B17-4795-BED0-7140497B445A}"/>
          </ac:spMkLst>
        </pc:spChg>
        <pc:spChg chg="add del">
          <ac:chgData name="Ricardo Reyes" userId="56f37065d8af0f37" providerId="LiveId" clId="{9CCF5F94-A532-4CC5-9A9A-85F6CEF4B52C}" dt="2025-10-20T18:59:33.490" v="5831" actId="26606"/>
          <ac:spMkLst>
            <pc:docMk/>
            <pc:sldMk cId="3108502612" sldId="269"/>
            <ac:spMk id="20" creationId="{D4974D33-8DC5-464E-8C6D-BE58F0669C17}"/>
          </ac:spMkLst>
        </pc:spChg>
        <pc:spChg chg="add del">
          <ac:chgData name="Ricardo Reyes" userId="56f37065d8af0f37" providerId="LiveId" clId="{9CCF5F94-A532-4CC5-9A9A-85F6CEF4B52C}" dt="2025-10-20T18:59:36.041" v="5833" actId="26606"/>
          <ac:spMkLst>
            <pc:docMk/>
            <pc:sldMk cId="3108502612" sldId="269"/>
            <ac:spMk id="22" creationId="{55D4142C-5077-457F-A6AD-3FECFDB39685}"/>
          </ac:spMkLst>
        </pc:spChg>
        <pc:spChg chg="add del">
          <ac:chgData name="Ricardo Reyes" userId="56f37065d8af0f37" providerId="LiveId" clId="{9CCF5F94-A532-4CC5-9A9A-85F6CEF4B52C}" dt="2025-10-20T18:59:36.041" v="5833" actId="26606"/>
          <ac:spMkLst>
            <pc:docMk/>
            <pc:sldMk cId="3108502612" sldId="269"/>
            <ac:spMk id="23" creationId="{94E4D846-3AFC-4F86-8C35-24B0542A269D}"/>
          </ac:spMkLst>
        </pc:spChg>
        <pc:spChg chg="add del">
          <ac:chgData name="Ricardo Reyes" userId="56f37065d8af0f37" providerId="LiveId" clId="{9CCF5F94-A532-4CC5-9A9A-85F6CEF4B52C}" dt="2025-10-20T18:59:36.041" v="5833" actId="26606"/>
          <ac:spMkLst>
            <pc:docMk/>
            <pc:sldMk cId="3108502612" sldId="269"/>
            <ac:spMk id="24" creationId="{7A5F0580-5EE9-419F-96EE-B6529EF6E7D0}"/>
          </ac:spMkLst>
        </pc:spChg>
        <pc:spChg chg="add del">
          <ac:chgData name="Ricardo Reyes" userId="56f37065d8af0f37" providerId="LiveId" clId="{9CCF5F94-A532-4CC5-9A9A-85F6CEF4B52C}" dt="2025-10-20T18:59:36.041" v="5833" actId="26606"/>
          <ac:spMkLst>
            <pc:docMk/>
            <pc:sldMk cId="3108502612" sldId="269"/>
            <ac:spMk id="25" creationId="{284781B9-12CB-45C3-907A-9ED93FF72C65}"/>
          </ac:spMkLst>
        </pc:spChg>
        <pc:spChg chg="add">
          <ac:chgData name="Ricardo Reyes" userId="56f37065d8af0f37" providerId="LiveId" clId="{9CCF5F94-A532-4CC5-9A9A-85F6CEF4B52C}" dt="2025-10-20T18:59:36.047" v="5834" actId="26606"/>
          <ac:spMkLst>
            <pc:docMk/>
            <pc:sldMk cId="3108502612" sldId="269"/>
            <ac:spMk id="27" creationId="{F13C74B1-5B17-4795-BED0-7140497B445A}"/>
          </ac:spMkLst>
        </pc:spChg>
        <pc:spChg chg="add">
          <ac:chgData name="Ricardo Reyes" userId="56f37065d8af0f37" providerId="LiveId" clId="{9CCF5F94-A532-4CC5-9A9A-85F6CEF4B52C}" dt="2025-10-20T18:59:36.047" v="5834" actId="26606"/>
          <ac:spMkLst>
            <pc:docMk/>
            <pc:sldMk cId="3108502612" sldId="269"/>
            <ac:spMk id="28" creationId="{D4974D33-8DC5-464E-8C6D-BE58F0669C17}"/>
          </ac:spMkLst>
        </pc:spChg>
        <pc:picChg chg="add mod ord">
          <ac:chgData name="Ricardo Reyes" userId="56f37065d8af0f37" providerId="LiveId" clId="{9CCF5F94-A532-4CC5-9A9A-85F6CEF4B52C}" dt="2025-10-20T18:59:36.047" v="5834" actId="26606"/>
          <ac:picMkLst>
            <pc:docMk/>
            <pc:sldMk cId="3108502612" sldId="269"/>
            <ac:picMk id="5" creationId="{E971B8A8-6412-D365-64CD-38431F1E023B}"/>
          </ac:picMkLst>
        </pc:picChg>
      </pc:sldChg>
      <pc:sldChg chg="addSp delSp modSp new del mod setBg">
        <pc:chgData name="Ricardo Reyes" userId="56f37065d8af0f37" providerId="LiveId" clId="{9CCF5F94-A532-4CC5-9A9A-85F6CEF4B52C}" dt="2025-10-20T02:14:27.993" v="1858" actId="680"/>
        <pc:sldMkLst>
          <pc:docMk/>
          <pc:sldMk cId="4197199412" sldId="269"/>
        </pc:sldMkLst>
        <pc:spChg chg="mod">
          <ac:chgData name="Ricardo Reyes" userId="56f37065d8af0f37" providerId="LiveId" clId="{9CCF5F94-A532-4CC5-9A9A-85F6CEF4B52C}" dt="2025-10-20T02:14:27.362" v="1857" actId="20577"/>
          <ac:spMkLst>
            <pc:docMk/>
            <pc:sldMk cId="4197199412" sldId="269"/>
            <ac:spMk id="2" creationId="{5B3A891A-8837-8BB3-A3C7-669F428997DC}"/>
          </ac:spMkLst>
        </pc:spChg>
        <pc:spChg chg="add del">
          <ac:chgData name="Ricardo Reyes" userId="56f37065d8af0f37" providerId="LiveId" clId="{9CCF5F94-A532-4CC5-9A9A-85F6CEF4B52C}" dt="2025-10-20T02:13:09.762" v="1817" actId="26606"/>
          <ac:spMkLst>
            <pc:docMk/>
            <pc:sldMk cId="4197199412" sldId="269"/>
            <ac:spMk id="8" creationId="{19D32F93-50AC-4C46-A5DB-291C60DDB7BD}"/>
          </ac:spMkLst>
        </pc:spChg>
        <pc:spChg chg="add del">
          <ac:chgData name="Ricardo Reyes" userId="56f37065d8af0f37" providerId="LiveId" clId="{9CCF5F94-A532-4CC5-9A9A-85F6CEF4B52C}" dt="2025-10-20T02:13:09.762" v="1817" actId="26606"/>
          <ac:spMkLst>
            <pc:docMk/>
            <pc:sldMk cId="4197199412" sldId="269"/>
            <ac:spMk id="10" creationId="{86FD7672-78BE-4D6F-A711-2CDB79B52DFF}"/>
          </ac:spMkLst>
        </pc:spChg>
        <pc:spChg chg="add del">
          <ac:chgData name="Ricardo Reyes" userId="56f37065d8af0f37" providerId="LiveId" clId="{9CCF5F94-A532-4CC5-9A9A-85F6CEF4B52C}" dt="2025-10-20T02:13:09.762" v="1817" actId="26606"/>
          <ac:spMkLst>
            <pc:docMk/>
            <pc:sldMk cId="4197199412" sldId="269"/>
            <ac:spMk id="12" creationId="{827DC2C4-B485-428A-BF4A-472D2967F47F}"/>
          </ac:spMkLst>
        </pc:spChg>
        <pc:spChg chg="add del">
          <ac:chgData name="Ricardo Reyes" userId="56f37065d8af0f37" providerId="LiveId" clId="{9CCF5F94-A532-4CC5-9A9A-85F6CEF4B52C}" dt="2025-10-20T02:13:09.762" v="1817" actId="26606"/>
          <ac:spMkLst>
            <pc:docMk/>
            <pc:sldMk cId="4197199412" sldId="269"/>
            <ac:spMk id="14" creationId="{4A62647B-1222-407C-8740-5A497612B1F5}"/>
          </ac:spMkLst>
        </pc:spChg>
        <pc:spChg chg="add del">
          <ac:chgData name="Ricardo Reyes" userId="56f37065d8af0f37" providerId="LiveId" clId="{9CCF5F94-A532-4CC5-9A9A-85F6CEF4B52C}" dt="2025-10-20T02:14:25.599" v="1855" actId="26606"/>
          <ac:spMkLst>
            <pc:docMk/>
            <pc:sldMk cId="4197199412" sldId="269"/>
            <ac:spMk id="16" creationId="{D4771268-CB57-404A-9271-370EB28F6090}"/>
          </ac:spMkLst>
        </pc:spChg>
        <pc:picChg chg="add mod">
          <ac:chgData name="Ricardo Reyes" userId="56f37065d8af0f37" providerId="LiveId" clId="{9CCF5F94-A532-4CC5-9A9A-85F6CEF4B52C}" dt="2025-10-20T02:14:24.966" v="1854" actId="14100"/>
          <ac:picMkLst>
            <pc:docMk/>
            <pc:sldMk cId="4197199412" sldId="269"/>
            <ac:picMk id="3" creationId="{0E3B7F88-96C4-8218-98A7-85827BA5AFEF}"/>
          </ac:picMkLst>
        </pc:picChg>
      </pc:sldChg>
      <pc:sldChg chg="addSp delSp modSp new mod setBg modNotesTx">
        <pc:chgData name="Ricardo Reyes" userId="56f37065d8af0f37" providerId="LiveId" clId="{9CCF5F94-A532-4CC5-9A9A-85F6CEF4B52C}" dt="2025-10-21T00:07:59" v="6718" actId="5793"/>
        <pc:sldMkLst>
          <pc:docMk/>
          <pc:sldMk cId="1800397005" sldId="270"/>
        </pc:sldMkLst>
        <pc:spChg chg="del">
          <ac:chgData name="Ricardo Reyes" userId="56f37065d8af0f37" providerId="LiveId" clId="{9CCF5F94-A532-4CC5-9A9A-85F6CEF4B52C}" dt="2025-10-20T02:54:49.321" v="2130" actId="478"/>
          <ac:spMkLst>
            <pc:docMk/>
            <pc:sldMk cId="1800397005" sldId="270"/>
            <ac:spMk id="2" creationId="{812A17E8-8126-472B-6234-A2554E494942}"/>
          </ac:spMkLst>
        </pc:spChg>
        <pc:spChg chg="mod">
          <ac:chgData name="Ricardo Reyes" userId="56f37065d8af0f37" providerId="LiveId" clId="{9CCF5F94-A532-4CC5-9A9A-85F6CEF4B52C}" dt="2025-10-20T03:07:05.196" v="2369" actId="14100"/>
          <ac:spMkLst>
            <pc:docMk/>
            <pc:sldMk cId="1800397005" sldId="270"/>
            <ac:spMk id="3" creationId="{317C6F66-08DD-85CD-D110-51E1DBD5B6AD}"/>
          </ac:spMkLst>
        </pc:spChg>
        <pc:spChg chg="add">
          <ac:chgData name="Ricardo Reyes" userId="56f37065d8af0f37" providerId="LiveId" clId="{9CCF5F94-A532-4CC5-9A9A-85F6CEF4B52C}" dt="2025-10-20T03:05:11.272" v="2358" actId="26606"/>
          <ac:spMkLst>
            <pc:docMk/>
            <pc:sldMk cId="1800397005" sldId="270"/>
            <ac:spMk id="7" creationId="{B6924B03-77BD-EAE3-2854-43363FF8E6BB}"/>
          </ac:spMkLst>
        </pc:spChg>
        <pc:spChg chg="add">
          <ac:chgData name="Ricardo Reyes" userId="56f37065d8af0f37" providerId="LiveId" clId="{9CCF5F94-A532-4CC5-9A9A-85F6CEF4B52C}" dt="2025-10-20T03:05:11.272" v="2358" actId="26606"/>
          <ac:spMkLst>
            <pc:docMk/>
            <pc:sldMk cId="1800397005" sldId="270"/>
            <ac:spMk id="8" creationId="{4D60F200-5EB0-B223-2439-C96C67F0FEE1}"/>
          </ac:spMkLst>
        </pc:spChg>
        <pc:spChg chg="add del">
          <ac:chgData name="Ricardo Reyes" userId="56f37065d8af0f37" providerId="LiveId" clId="{9CCF5F94-A532-4CC5-9A9A-85F6CEF4B52C}" dt="2025-10-20T02:56:53.945" v="2144" actId="26606"/>
          <ac:spMkLst>
            <pc:docMk/>
            <pc:sldMk cId="1800397005" sldId="270"/>
            <ac:spMk id="9" creationId="{B6924B03-77BD-EAE3-2854-43363FF8E6BB}"/>
          </ac:spMkLst>
        </pc:spChg>
        <pc:spChg chg="add">
          <ac:chgData name="Ricardo Reyes" userId="56f37065d8af0f37" providerId="LiveId" clId="{9CCF5F94-A532-4CC5-9A9A-85F6CEF4B52C}" dt="2025-10-20T03:05:11.272" v="2358" actId="26606"/>
          <ac:spMkLst>
            <pc:docMk/>
            <pc:sldMk cId="1800397005" sldId="270"/>
            <ac:spMk id="10" creationId="{1740453C-744F-DB3A-47EC-15EACE1DC117}"/>
          </ac:spMkLst>
        </pc:spChg>
        <pc:spChg chg="add del">
          <ac:chgData name="Ricardo Reyes" userId="56f37065d8af0f37" providerId="LiveId" clId="{9CCF5F94-A532-4CC5-9A9A-85F6CEF4B52C}" dt="2025-10-20T02:56:53.945" v="2144" actId="26606"/>
          <ac:spMkLst>
            <pc:docMk/>
            <pc:sldMk cId="1800397005" sldId="270"/>
            <ac:spMk id="11" creationId="{4D60F200-5EB0-B223-2439-C96C67F0FEE1}"/>
          </ac:spMkLst>
        </pc:spChg>
        <pc:spChg chg="add">
          <ac:chgData name="Ricardo Reyes" userId="56f37065d8af0f37" providerId="LiveId" clId="{9CCF5F94-A532-4CC5-9A9A-85F6CEF4B52C}" dt="2025-10-20T03:05:11.272" v="2358" actId="26606"/>
          <ac:spMkLst>
            <pc:docMk/>
            <pc:sldMk cId="1800397005" sldId="270"/>
            <ac:spMk id="12" creationId="{01EB5855-8EB7-1AE5-9030-5D0AA3C1AF4B}"/>
          </ac:spMkLst>
        </pc:spChg>
        <pc:spChg chg="add del">
          <ac:chgData name="Ricardo Reyes" userId="56f37065d8af0f37" providerId="LiveId" clId="{9CCF5F94-A532-4CC5-9A9A-85F6CEF4B52C}" dt="2025-10-20T02:56:53.945" v="2144" actId="26606"/>
          <ac:spMkLst>
            <pc:docMk/>
            <pc:sldMk cId="1800397005" sldId="270"/>
            <ac:spMk id="13" creationId="{1740453C-744F-DB3A-47EC-15EACE1DC117}"/>
          </ac:spMkLst>
        </pc:spChg>
        <pc:spChg chg="add del">
          <ac:chgData name="Ricardo Reyes" userId="56f37065d8af0f37" providerId="LiveId" clId="{9CCF5F94-A532-4CC5-9A9A-85F6CEF4B52C}" dt="2025-10-20T02:56:53.945" v="2144" actId="26606"/>
          <ac:spMkLst>
            <pc:docMk/>
            <pc:sldMk cId="1800397005" sldId="270"/>
            <ac:spMk id="15" creationId="{01EB5855-8EB7-1AE5-9030-5D0AA3C1AF4B}"/>
          </ac:spMkLst>
        </pc:spChg>
        <pc:picChg chg="add del">
          <ac:chgData name="Ricardo Reyes" userId="56f37065d8af0f37" providerId="LiveId" clId="{9CCF5F94-A532-4CC5-9A9A-85F6CEF4B52C}" dt="2025-10-20T02:56:53.945" v="2144" actId="26606"/>
          <ac:picMkLst>
            <pc:docMk/>
            <pc:sldMk cId="1800397005" sldId="270"/>
            <ac:picMk id="5" creationId="{17295A89-76B6-1E7A-2CDD-7E1EB8B2DE9F}"/>
          </ac:picMkLst>
        </pc:picChg>
        <pc:picChg chg="add">
          <ac:chgData name="Ricardo Reyes" userId="56f37065d8af0f37" providerId="LiveId" clId="{9CCF5F94-A532-4CC5-9A9A-85F6CEF4B52C}" dt="2025-10-20T03:05:11.272" v="2358" actId="26606"/>
          <ac:picMkLst>
            <pc:docMk/>
            <pc:sldMk cId="1800397005" sldId="270"/>
            <ac:picMk id="6" creationId="{0D640D92-81EC-21AE-35EF-05B8FF26159A}"/>
          </ac:picMkLst>
        </pc:picChg>
      </pc:sldChg>
      <pc:sldChg chg="addSp modSp new mod setBg">
        <pc:chgData name="Ricardo Reyes" userId="56f37065d8af0f37" providerId="LiveId" clId="{9CCF5F94-A532-4CC5-9A9A-85F6CEF4B52C}" dt="2025-10-20T19:29:20.737" v="6130" actId="1076"/>
        <pc:sldMkLst>
          <pc:docMk/>
          <pc:sldMk cId="3328757250" sldId="271"/>
        </pc:sldMkLst>
        <pc:spChg chg="mod">
          <ac:chgData name="Ricardo Reyes" userId="56f37065d8af0f37" providerId="LiveId" clId="{9CCF5F94-A532-4CC5-9A9A-85F6CEF4B52C}" dt="2025-10-20T19:29:20.737" v="6130" actId="1076"/>
          <ac:spMkLst>
            <pc:docMk/>
            <pc:sldMk cId="3328757250" sldId="271"/>
            <ac:spMk id="2" creationId="{39745C25-77F3-78F5-8879-258E31459286}"/>
          </ac:spMkLst>
        </pc:spChg>
        <pc:spChg chg="add">
          <ac:chgData name="Ricardo Reyes" userId="56f37065d8af0f37" providerId="LiveId" clId="{9CCF5F94-A532-4CC5-9A9A-85F6CEF4B52C}" dt="2025-10-20T19:28:43.563" v="6125" actId="26606"/>
          <ac:spMkLst>
            <pc:docMk/>
            <pc:sldMk cId="3328757250" sldId="271"/>
            <ac:spMk id="9" creationId="{A3363022-C969-41E9-8EB2-E4C94908C1FA}"/>
          </ac:spMkLst>
        </pc:spChg>
        <pc:spChg chg="add">
          <ac:chgData name="Ricardo Reyes" userId="56f37065d8af0f37" providerId="LiveId" clId="{9CCF5F94-A532-4CC5-9A9A-85F6CEF4B52C}" dt="2025-10-20T19:28:43.563" v="6125" actId="26606"/>
          <ac:spMkLst>
            <pc:docMk/>
            <pc:sldMk cId="3328757250" sldId="271"/>
            <ac:spMk id="11" creationId="{8D1AD6B3-BE88-4CEB-BA17-790657CC4729}"/>
          </ac:spMkLst>
        </pc:spChg>
        <pc:grpChg chg="add">
          <ac:chgData name="Ricardo Reyes" userId="56f37065d8af0f37" providerId="LiveId" clId="{9CCF5F94-A532-4CC5-9A9A-85F6CEF4B52C}" dt="2025-10-20T19:28:43.563" v="6125" actId="26606"/>
          <ac:grpSpMkLst>
            <pc:docMk/>
            <pc:sldMk cId="3328757250" sldId="271"/>
            <ac:grpSpMk id="13" creationId="{89D1390B-7E13-4B4F-9CB2-391063412E54}"/>
          </ac:grpSpMkLst>
        </pc:grpChg>
        <pc:picChg chg="add">
          <ac:chgData name="Ricardo Reyes" userId="56f37065d8af0f37" providerId="LiveId" clId="{9CCF5F94-A532-4CC5-9A9A-85F6CEF4B52C}" dt="2025-10-20T19:28:43.563" v="6125" actId="26606"/>
          <ac:picMkLst>
            <pc:docMk/>
            <pc:sldMk cId="3328757250" sldId="271"/>
            <ac:picMk id="6" creationId="{EC740D99-1435-C0A2-AFB5-1012EB89E61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C2CFF4-1586-409B-87BF-A824B8FE01B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9851683-52C5-4A09-AB06-0D5F9112B6B5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b="1" dirty="0"/>
            <a:t>An index less than 1.00</a:t>
          </a:r>
          <a:r>
            <a:rPr lang="en-US" dirty="0"/>
            <a:t> indicates the company received fewer complaints than average.  The lower the index, the better the performance.</a:t>
          </a:r>
        </a:p>
      </dgm:t>
    </dgm:pt>
    <dgm:pt modelId="{8AD50CF4-85FD-450F-9A10-7BA72095F9DA}" type="parTrans" cxnId="{E0FF12E3-CFEE-4968-8B13-3FEC38B1D5DC}">
      <dgm:prSet/>
      <dgm:spPr/>
      <dgm:t>
        <a:bodyPr/>
        <a:lstStyle/>
        <a:p>
          <a:endParaRPr lang="en-US"/>
        </a:p>
      </dgm:t>
    </dgm:pt>
    <dgm:pt modelId="{662725AC-A23A-4447-9BD3-69FF7B1193F5}" type="sibTrans" cxnId="{E0FF12E3-CFEE-4968-8B13-3FEC38B1D5DC}">
      <dgm:prSet/>
      <dgm:spPr/>
      <dgm:t>
        <a:bodyPr/>
        <a:lstStyle/>
        <a:p>
          <a:endParaRPr lang="en-US"/>
        </a:p>
      </dgm:t>
    </dgm:pt>
    <dgm:pt modelId="{65A9A33E-CFC1-4BC3-AD73-621D172C143A}">
      <dgm:prSet/>
      <dgm:spPr/>
      <dgm:t>
        <a:bodyPr/>
        <a:lstStyle/>
        <a:p>
          <a:r>
            <a:rPr lang="en-US" b="1" dirty="0"/>
            <a:t>An index of 1.00</a:t>
          </a:r>
          <a:r>
            <a:rPr lang="en-US" dirty="0"/>
            <a:t> means the company received a proportionate number of confirmed complaints for its market share.</a:t>
          </a:r>
        </a:p>
      </dgm:t>
    </dgm:pt>
    <dgm:pt modelId="{5D0FBA27-A68A-4B50-B3F7-BC9B7DD98267}" type="parTrans" cxnId="{1255AE3D-6C8C-45E4-8E75-96AA0BEBF16C}">
      <dgm:prSet/>
      <dgm:spPr/>
      <dgm:t>
        <a:bodyPr/>
        <a:lstStyle/>
        <a:p>
          <a:endParaRPr lang="en-US"/>
        </a:p>
      </dgm:t>
    </dgm:pt>
    <dgm:pt modelId="{AC41CCE0-73B4-4C7A-BC2E-93BC1CACDD4C}" type="sibTrans" cxnId="{1255AE3D-6C8C-45E4-8E75-96AA0BEBF16C}">
      <dgm:prSet/>
      <dgm:spPr/>
      <dgm:t>
        <a:bodyPr/>
        <a:lstStyle/>
        <a:p>
          <a:endParaRPr lang="en-US"/>
        </a:p>
      </dgm:t>
    </dgm:pt>
    <dgm:pt modelId="{1FCB11AE-7D47-45BC-8DDE-B70B35B7044D}">
      <dgm:prSet/>
      <dgm:spPr>
        <a:solidFill>
          <a:srgbClr val="FF0000"/>
        </a:solidFill>
      </dgm:spPr>
      <dgm:t>
        <a:bodyPr/>
        <a:lstStyle/>
        <a:p>
          <a:r>
            <a:rPr lang="en-US" b="1"/>
            <a:t>An index greater than 1.00</a:t>
          </a:r>
          <a:r>
            <a:rPr lang="en-US"/>
            <a:t> means the company received more complaints than average.</a:t>
          </a:r>
        </a:p>
      </dgm:t>
    </dgm:pt>
    <dgm:pt modelId="{C34C8F7E-EEC9-48DA-B566-011D29FAD685}" type="parTrans" cxnId="{8D2B4BC4-EA9A-4A36-9867-22919BC9C80E}">
      <dgm:prSet/>
      <dgm:spPr/>
      <dgm:t>
        <a:bodyPr/>
        <a:lstStyle/>
        <a:p>
          <a:endParaRPr lang="en-US"/>
        </a:p>
      </dgm:t>
    </dgm:pt>
    <dgm:pt modelId="{8956393A-294E-4E94-99AB-410338F0B23F}" type="sibTrans" cxnId="{8D2B4BC4-EA9A-4A36-9867-22919BC9C80E}">
      <dgm:prSet/>
      <dgm:spPr/>
      <dgm:t>
        <a:bodyPr/>
        <a:lstStyle/>
        <a:p>
          <a:endParaRPr lang="en-US"/>
        </a:p>
      </dgm:t>
    </dgm:pt>
    <dgm:pt modelId="{B29A18F6-1E75-4512-9A8E-17A42676508E}" type="pres">
      <dgm:prSet presAssocID="{E4C2CFF4-1586-409B-87BF-A824B8FE01B8}" presName="linear" presStyleCnt="0">
        <dgm:presLayoutVars>
          <dgm:animLvl val="lvl"/>
          <dgm:resizeHandles val="exact"/>
        </dgm:presLayoutVars>
      </dgm:prSet>
      <dgm:spPr/>
    </dgm:pt>
    <dgm:pt modelId="{7D154CA2-6630-4BF4-8667-B4D09593B07F}" type="pres">
      <dgm:prSet presAssocID="{39851683-52C5-4A09-AB06-0D5F9112B6B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88E614-5D09-451F-8603-1DAB0F1CD51C}" type="pres">
      <dgm:prSet presAssocID="{662725AC-A23A-4447-9BD3-69FF7B1193F5}" presName="spacer" presStyleCnt="0"/>
      <dgm:spPr/>
    </dgm:pt>
    <dgm:pt modelId="{020E055A-2144-4018-8BA8-87E50AE1D07A}" type="pres">
      <dgm:prSet presAssocID="{65A9A33E-CFC1-4BC3-AD73-621D172C143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451C2D0-8D60-4D12-B0F0-6A27EBA98C7D}" type="pres">
      <dgm:prSet presAssocID="{AC41CCE0-73B4-4C7A-BC2E-93BC1CACDD4C}" presName="spacer" presStyleCnt="0"/>
      <dgm:spPr/>
    </dgm:pt>
    <dgm:pt modelId="{06F6A134-5CFD-4F3C-AA05-CD0C7BECA94F}" type="pres">
      <dgm:prSet presAssocID="{1FCB11AE-7D47-45BC-8DDE-B70B35B7044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3557B21-8785-4398-A7B8-FB8E3CCA6979}" type="presOf" srcId="{1FCB11AE-7D47-45BC-8DDE-B70B35B7044D}" destId="{06F6A134-5CFD-4F3C-AA05-CD0C7BECA94F}" srcOrd="0" destOrd="0" presId="urn:microsoft.com/office/officeart/2005/8/layout/vList2"/>
    <dgm:cxn modelId="{CD71F632-BFFC-4940-8864-2D69B7D4C65F}" type="presOf" srcId="{65A9A33E-CFC1-4BC3-AD73-621D172C143A}" destId="{020E055A-2144-4018-8BA8-87E50AE1D07A}" srcOrd="0" destOrd="0" presId="urn:microsoft.com/office/officeart/2005/8/layout/vList2"/>
    <dgm:cxn modelId="{1255AE3D-6C8C-45E4-8E75-96AA0BEBF16C}" srcId="{E4C2CFF4-1586-409B-87BF-A824B8FE01B8}" destId="{65A9A33E-CFC1-4BC3-AD73-621D172C143A}" srcOrd="1" destOrd="0" parTransId="{5D0FBA27-A68A-4B50-B3F7-BC9B7DD98267}" sibTransId="{AC41CCE0-73B4-4C7A-BC2E-93BC1CACDD4C}"/>
    <dgm:cxn modelId="{4CD7D74A-3E20-40BD-A790-5B727044BF3B}" type="presOf" srcId="{39851683-52C5-4A09-AB06-0D5F9112B6B5}" destId="{7D154CA2-6630-4BF4-8667-B4D09593B07F}" srcOrd="0" destOrd="0" presId="urn:microsoft.com/office/officeart/2005/8/layout/vList2"/>
    <dgm:cxn modelId="{F8814A6E-1D05-40A9-A87B-2FA1559D8BB5}" type="presOf" srcId="{E4C2CFF4-1586-409B-87BF-A824B8FE01B8}" destId="{B29A18F6-1E75-4512-9A8E-17A42676508E}" srcOrd="0" destOrd="0" presId="urn:microsoft.com/office/officeart/2005/8/layout/vList2"/>
    <dgm:cxn modelId="{8D2B4BC4-EA9A-4A36-9867-22919BC9C80E}" srcId="{E4C2CFF4-1586-409B-87BF-A824B8FE01B8}" destId="{1FCB11AE-7D47-45BC-8DDE-B70B35B7044D}" srcOrd="2" destOrd="0" parTransId="{C34C8F7E-EEC9-48DA-B566-011D29FAD685}" sibTransId="{8956393A-294E-4E94-99AB-410338F0B23F}"/>
    <dgm:cxn modelId="{E0FF12E3-CFEE-4968-8B13-3FEC38B1D5DC}" srcId="{E4C2CFF4-1586-409B-87BF-A824B8FE01B8}" destId="{39851683-52C5-4A09-AB06-0D5F9112B6B5}" srcOrd="0" destOrd="0" parTransId="{8AD50CF4-85FD-450F-9A10-7BA72095F9DA}" sibTransId="{662725AC-A23A-4447-9BD3-69FF7B1193F5}"/>
    <dgm:cxn modelId="{7E1BCDF2-DD32-4CA1-90DE-620E4F502BBA}" type="presParOf" srcId="{B29A18F6-1E75-4512-9A8E-17A42676508E}" destId="{7D154CA2-6630-4BF4-8667-B4D09593B07F}" srcOrd="0" destOrd="0" presId="urn:microsoft.com/office/officeart/2005/8/layout/vList2"/>
    <dgm:cxn modelId="{793F5F39-74EB-46CB-91DD-12E9E7FE4567}" type="presParOf" srcId="{B29A18F6-1E75-4512-9A8E-17A42676508E}" destId="{A988E614-5D09-451F-8603-1DAB0F1CD51C}" srcOrd="1" destOrd="0" presId="urn:microsoft.com/office/officeart/2005/8/layout/vList2"/>
    <dgm:cxn modelId="{4D22ADCD-D750-4C09-BD27-644FE2CBFA6A}" type="presParOf" srcId="{B29A18F6-1E75-4512-9A8E-17A42676508E}" destId="{020E055A-2144-4018-8BA8-87E50AE1D07A}" srcOrd="2" destOrd="0" presId="urn:microsoft.com/office/officeart/2005/8/layout/vList2"/>
    <dgm:cxn modelId="{E21C189A-A944-49EC-B67B-47F2F5C98580}" type="presParOf" srcId="{B29A18F6-1E75-4512-9A8E-17A42676508E}" destId="{A451C2D0-8D60-4D12-B0F0-6A27EBA98C7D}" srcOrd="3" destOrd="0" presId="urn:microsoft.com/office/officeart/2005/8/layout/vList2"/>
    <dgm:cxn modelId="{B82A3E85-EAFF-4374-9BED-5473987C308D}" type="presParOf" srcId="{B29A18F6-1E75-4512-9A8E-17A42676508E}" destId="{06F6A134-5CFD-4F3C-AA05-CD0C7BECA94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154CA2-6630-4BF4-8667-B4D09593B07F}">
      <dsp:nvSpPr>
        <dsp:cNvPr id="0" name=""/>
        <dsp:cNvSpPr/>
      </dsp:nvSpPr>
      <dsp:spPr>
        <a:xfrm>
          <a:off x="0" y="46298"/>
          <a:ext cx="6245265" cy="1784250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An index less than 1.00</a:t>
          </a:r>
          <a:r>
            <a:rPr lang="en-US" sz="2500" kern="1200" dirty="0"/>
            <a:t> indicates the company received fewer complaints than average.  The lower the index, the better the performance.</a:t>
          </a:r>
        </a:p>
      </dsp:txBody>
      <dsp:txXfrm>
        <a:off x="87100" y="133398"/>
        <a:ext cx="6071065" cy="1610050"/>
      </dsp:txXfrm>
    </dsp:sp>
    <dsp:sp modelId="{020E055A-2144-4018-8BA8-87E50AE1D07A}">
      <dsp:nvSpPr>
        <dsp:cNvPr id="0" name=""/>
        <dsp:cNvSpPr/>
      </dsp:nvSpPr>
      <dsp:spPr>
        <a:xfrm>
          <a:off x="0" y="1902548"/>
          <a:ext cx="6245265" cy="178425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An index of 1.00</a:t>
          </a:r>
          <a:r>
            <a:rPr lang="en-US" sz="2500" kern="1200" dirty="0"/>
            <a:t> means the company received a proportionate number of confirmed complaints for its market share.</a:t>
          </a:r>
        </a:p>
      </dsp:txBody>
      <dsp:txXfrm>
        <a:off x="87100" y="1989648"/>
        <a:ext cx="6071065" cy="1610050"/>
      </dsp:txXfrm>
    </dsp:sp>
    <dsp:sp modelId="{06F6A134-5CFD-4F3C-AA05-CD0C7BECA94F}">
      <dsp:nvSpPr>
        <dsp:cNvPr id="0" name=""/>
        <dsp:cNvSpPr/>
      </dsp:nvSpPr>
      <dsp:spPr>
        <a:xfrm>
          <a:off x="0" y="3758798"/>
          <a:ext cx="6245265" cy="1784250"/>
        </a:xfrm>
        <a:prstGeom prst="round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An index greater than 1.00</a:t>
          </a:r>
          <a:r>
            <a:rPr lang="en-US" sz="2500" kern="1200"/>
            <a:t> means the company received more complaints than average.</a:t>
          </a:r>
        </a:p>
      </dsp:txBody>
      <dsp:txXfrm>
        <a:off x="87100" y="3845898"/>
        <a:ext cx="6071065" cy="1610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9D730-D814-4093-8878-9C39F92B724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7800D-A779-43D6-A7A9-9DF918F8D8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3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my project I selected a dataset from </a:t>
            </a:r>
            <a:r>
              <a:rPr lang="en-US" dirty="0" err="1"/>
              <a:t>data.gov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I chose to use BCBS because the majority of people can recognize BCBS of Texas.</a:t>
            </a:r>
          </a:p>
          <a:p>
            <a:endParaRPr lang="en-US" dirty="0"/>
          </a:p>
          <a:p>
            <a:r>
              <a:rPr lang="en-US" dirty="0"/>
              <a:t>So,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44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moment to look back — and more importantly, to look ahead — as we review our </a:t>
            </a:r>
            <a:r>
              <a:rPr lang="en-US" b="1" dirty="0"/>
              <a:t>Complaints and Business Growth Analysis from 2019 to 2023.</a:t>
            </a:r>
          </a:p>
          <a:p>
            <a:endParaRPr lang="en-US" b="1" dirty="0"/>
          </a:p>
          <a:p>
            <a:r>
              <a:rPr lang="en-US" dirty="0"/>
              <a:t>So the question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88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ask ourselves is,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we take a look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78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our business growth over the past 4 years, we can see a clear and encouraging trend.  </a:t>
            </a:r>
          </a:p>
          <a:p>
            <a:endParaRPr lang="en-US" dirty="0"/>
          </a:p>
          <a:p>
            <a:r>
              <a:rPr lang="en-US" dirty="0"/>
              <a:t>Our active policies have steadily increased within the Accident and Health category, as defined by the TDI.  For us, these active policies are exclusively within the Health Insurance.</a:t>
            </a:r>
          </a:p>
          <a:p>
            <a:endParaRPr lang="en-US" dirty="0"/>
          </a:p>
          <a:p>
            <a:r>
              <a:rPr lang="en-US" dirty="0"/>
              <a:t>In 2019, we began with 1,260,045 active policies.  From there, we’ve seen consistent, year-over-year growth, reflecting both the expanding demand for health coverage and our commitment to meeting that need.</a:t>
            </a:r>
          </a:p>
          <a:p>
            <a:endParaRPr lang="en-US" dirty="0"/>
          </a:p>
          <a:p>
            <a:r>
              <a:rPr lang="en-US" dirty="0"/>
              <a:t>By </a:t>
            </a:r>
            <a:r>
              <a:rPr lang="en-US" b="1" dirty="0"/>
              <a:t>2023</a:t>
            </a:r>
            <a:r>
              <a:rPr lang="en-US" dirty="0"/>
              <a:t>, our number of active policies reached </a:t>
            </a:r>
            <a:r>
              <a:rPr lang="en-US" b="1" dirty="0"/>
              <a:t>1,738,072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16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moment to define what a </a:t>
            </a:r>
            <a:r>
              <a:rPr lang="en-US" b="1" dirty="0"/>
              <a:t>Confirmed Complaint</a:t>
            </a:r>
            <a:r>
              <a:rPr lang="en-US" dirty="0"/>
              <a:t> means according to the </a:t>
            </a:r>
            <a:r>
              <a:rPr lang="en-US" b="1" dirty="0"/>
              <a:t>TDI.</a:t>
            </a:r>
          </a:p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confirmed complaint</a:t>
            </a:r>
            <a:r>
              <a:rPr lang="en-US" dirty="0"/>
              <a:t> is a </a:t>
            </a:r>
            <a:r>
              <a:rPr lang="en-US" b="1" dirty="0"/>
              <a:t>grievance that TDI has reviewed and determined to be valid.</a:t>
            </a:r>
            <a:br>
              <a:rPr lang="en-US" dirty="0"/>
            </a:br>
            <a:r>
              <a:rPr lang="en-US" dirty="0"/>
              <a:t>In other words, after investigating a consumer’s complaint, TDI found that the company </a:t>
            </a:r>
            <a:r>
              <a:rPr lang="en-US" b="1" dirty="0"/>
              <a:t>did not follow a law, rule, or policy provision</a:t>
            </a:r>
            <a:r>
              <a:rPr lang="en-US" dirty="0"/>
              <a:t>, or </a:t>
            </a:r>
            <a:r>
              <a:rPr lang="en-US" b="1" dirty="0"/>
              <a:t>failed to handle the situation properly.</a:t>
            </a:r>
          </a:p>
          <a:p>
            <a:endParaRPr lang="en-US" b="1" dirty="0"/>
          </a:p>
          <a:p>
            <a:r>
              <a:rPr lang="en-US" dirty="0"/>
              <a:t>A complaint can be confirmed in </a:t>
            </a:r>
            <a:r>
              <a:rPr lang="en-US" b="1" dirty="0"/>
              <a:t>two ways: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36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1" dirty="0"/>
              <a:t>TDI finds a violation</a:t>
            </a:r>
            <a:r>
              <a:rPr lang="en-US" dirty="0"/>
              <a:t> — meaning the company did not comply with a specific regulation or policy requirement.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b="1" dirty="0"/>
              <a:t>The company takes corrective action</a:t>
            </a:r>
            <a:r>
              <a:rPr lang="en-US" dirty="0"/>
              <a:t> — for example, making a payment, reversing a denial, or fixing an error after the complaint was filed.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70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let’s take a look at our </a:t>
            </a:r>
            <a:r>
              <a:rPr lang="en-US" b="1" dirty="0"/>
              <a:t>complaints data</a:t>
            </a:r>
            <a:r>
              <a:rPr lang="en-US" dirty="0"/>
              <a:t> — specifically, the complaints that the </a:t>
            </a:r>
            <a:r>
              <a:rPr lang="en-US" b="1" dirty="0"/>
              <a:t>Texas Department of Insurance (TDI)</a:t>
            </a:r>
            <a:r>
              <a:rPr lang="en-US" dirty="0"/>
              <a:t> has identified as </a:t>
            </a:r>
            <a:r>
              <a:rPr lang="en-US" b="1" dirty="0"/>
              <a:t>valid</a:t>
            </a:r>
            <a:r>
              <a:rPr lang="en-US" dirty="0"/>
              <a:t>, or what they refer to as </a:t>
            </a:r>
            <a:r>
              <a:rPr lang="en-US" b="1" dirty="0"/>
              <a:t>Confirmed Complaints.</a:t>
            </a:r>
          </a:p>
          <a:p>
            <a:endParaRPr lang="en-US" b="1" dirty="0"/>
          </a:p>
          <a:p>
            <a:r>
              <a:rPr lang="en-US" dirty="0"/>
              <a:t>As our number of </a:t>
            </a:r>
            <a:r>
              <a:rPr lang="en-US" b="1" dirty="0"/>
              <a:t>active policies has grown</a:t>
            </a:r>
            <a:r>
              <a:rPr lang="en-US" dirty="0"/>
              <a:t>, it’s natural that we’ve also seen an </a:t>
            </a:r>
            <a:r>
              <a:rPr lang="en-US" b="1" dirty="0"/>
              <a:t>increase in overall complaint activity.</a:t>
            </a:r>
          </a:p>
          <a:p>
            <a:br>
              <a:rPr lang="en-US" dirty="0"/>
            </a:br>
            <a:r>
              <a:rPr lang="en-US" dirty="0"/>
              <a:t>These confirmed complaints represent cases where TDI found that we did not meet certain policy provisions, contractual obligations, or regulatory requirements.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b="1" dirty="0"/>
              <a:t>2020</a:t>
            </a:r>
            <a:r>
              <a:rPr lang="en-US" dirty="0"/>
              <a:t>, our confirmed complaints were </a:t>
            </a:r>
            <a:r>
              <a:rPr lang="en-US" b="1" dirty="0"/>
              <a:t>at their highest — 381 cases.</a:t>
            </a:r>
            <a:br>
              <a:rPr lang="en-US" dirty="0"/>
            </a:br>
            <a:r>
              <a:rPr lang="en-US" dirty="0"/>
              <a:t>It’s possible that this spike was influenced by the </a:t>
            </a:r>
            <a:r>
              <a:rPr lang="en-US" b="1" dirty="0"/>
              <a:t>COVID-19 pandemic</a:t>
            </a:r>
            <a:r>
              <a:rPr lang="en-US" dirty="0"/>
              <a:t>, which created unique challenges in claims processing, customer communication, and policy coverage.</a:t>
            </a:r>
          </a:p>
          <a:p>
            <a:endParaRPr lang="en-US" dirty="0"/>
          </a:p>
          <a:p>
            <a:r>
              <a:rPr lang="en-US" dirty="0"/>
              <a:t>Following that year, we saw a </a:t>
            </a:r>
            <a:r>
              <a:rPr lang="en-US" b="1" dirty="0"/>
              <a:t>significant improvement</a:t>
            </a:r>
            <a:r>
              <a:rPr lang="en-US" dirty="0"/>
              <a:t>:</a:t>
            </a:r>
          </a:p>
          <a:p>
            <a:r>
              <a:rPr lang="en-US" dirty="0"/>
              <a:t>In </a:t>
            </a:r>
            <a:r>
              <a:rPr lang="en-US" b="1" dirty="0"/>
              <a:t>2021</a:t>
            </a:r>
            <a:r>
              <a:rPr lang="en-US" dirty="0"/>
              <a:t>, confirmed complaints dropped to </a:t>
            </a:r>
            <a:r>
              <a:rPr lang="en-US" b="1" dirty="0"/>
              <a:t>184</a:t>
            </a:r>
            <a:r>
              <a:rPr lang="en-US" dirty="0"/>
              <a:t>,</a:t>
            </a:r>
          </a:p>
          <a:p>
            <a:r>
              <a:rPr lang="en-US" dirty="0"/>
              <a:t>And again in </a:t>
            </a:r>
            <a:r>
              <a:rPr lang="en-US" b="1" dirty="0"/>
              <a:t>2022</a:t>
            </a:r>
            <a:r>
              <a:rPr lang="en-US" dirty="0"/>
              <a:t>, they decreased further to </a:t>
            </a:r>
            <a:r>
              <a:rPr lang="en-US" b="1" dirty="0"/>
              <a:t>132.</a:t>
            </a:r>
            <a:endParaRPr lang="en-US" dirty="0"/>
          </a:p>
          <a:p>
            <a:r>
              <a:rPr lang="en-US" dirty="0"/>
              <a:t>However, in </a:t>
            </a:r>
            <a:r>
              <a:rPr lang="en-US" b="1" dirty="0"/>
              <a:t>2023</a:t>
            </a:r>
            <a:r>
              <a:rPr lang="en-US" dirty="0"/>
              <a:t>, we saw an </a:t>
            </a:r>
            <a:r>
              <a:rPr lang="en-US" b="1" dirty="0"/>
              <a:t>uptick to 228 confirmed complaints.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85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we can see the relationship between our active </a:t>
            </a:r>
            <a:r>
              <a:rPr lang="en-US" b="1" dirty="0"/>
              <a:t>policies</a:t>
            </a:r>
            <a:r>
              <a:rPr lang="en-US" dirty="0"/>
              <a:t> and the </a:t>
            </a:r>
            <a:r>
              <a:rPr lang="en-US" b="1" dirty="0"/>
              <a:t>number of complaints</a:t>
            </a:r>
            <a:r>
              <a:rPr lang="en-US" dirty="0"/>
              <a:t> received over time.</a:t>
            </a:r>
          </a:p>
          <a:p>
            <a:endParaRPr lang="en-US" dirty="0"/>
          </a:p>
          <a:p>
            <a:r>
              <a:rPr lang="en-US" dirty="0"/>
              <a:t>As our </a:t>
            </a:r>
            <a:r>
              <a:rPr lang="en-US" b="1" dirty="0"/>
              <a:t>active policies increased steadily year after year</a:t>
            </a:r>
            <a:r>
              <a:rPr lang="en-US" dirty="0"/>
              <a:t>, our </a:t>
            </a:r>
            <a:r>
              <a:rPr lang="en-US" b="1" dirty="0"/>
              <a:t>complaints peaked in 2020.</a:t>
            </a:r>
          </a:p>
          <a:p>
            <a:endParaRPr lang="en-US" b="1" dirty="0"/>
          </a:p>
          <a:p>
            <a:r>
              <a:rPr lang="en-US" dirty="0"/>
              <a:t>Following 2020, we saw a </a:t>
            </a:r>
            <a:r>
              <a:rPr lang="en-US" b="1" dirty="0"/>
              <a:t>notable drop in complaints</a:t>
            </a:r>
            <a:r>
              <a:rPr lang="en-US" dirty="0"/>
              <a:t> — first in </a:t>
            </a:r>
            <a:r>
              <a:rPr lang="en-US" b="1" dirty="0"/>
              <a:t>2021</a:t>
            </a:r>
            <a:r>
              <a:rPr lang="en-US" dirty="0"/>
              <a:t>, and again in </a:t>
            </a:r>
            <a:r>
              <a:rPr lang="en-US" b="1" dirty="0"/>
              <a:t>2022</a:t>
            </a:r>
            <a:r>
              <a:rPr lang="en-US" dirty="0"/>
              <a:t> — showing real improvement in how we handled customer issues and maintained compliance.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r>
              <a:rPr lang="en-US" dirty="0"/>
              <a:t>However, in </a:t>
            </a:r>
            <a:r>
              <a:rPr lang="en-US" b="1" dirty="0"/>
              <a:t>2023</a:t>
            </a:r>
            <a:r>
              <a:rPr lang="en-US" dirty="0"/>
              <a:t>, there was a </a:t>
            </a:r>
            <a:r>
              <a:rPr lang="en-US" b="1" dirty="0"/>
              <a:t>slight increase in complaints</a:t>
            </a:r>
            <a:r>
              <a:rPr lang="en-US" dirty="0"/>
              <a:t>, even as sales continued to 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87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moment to look at how the </a:t>
            </a:r>
            <a:r>
              <a:rPr lang="en-US" b="1" dirty="0"/>
              <a:t>TDI</a:t>
            </a:r>
            <a:r>
              <a:rPr lang="en-US" dirty="0"/>
              <a:t>, defines the </a:t>
            </a:r>
            <a:r>
              <a:rPr lang="en-US" b="1" dirty="0"/>
              <a:t>Complaint Index.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Simple terms for this formula, it shows </a:t>
            </a:r>
            <a:r>
              <a:rPr lang="en-US" b="1" dirty="0"/>
              <a:t>whether a company receives more, fewer, or about the same number of complaints</a:t>
            </a:r>
            <a:r>
              <a:rPr lang="en-US" dirty="0"/>
              <a:t> as others in the same market.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46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 index value less than </a:t>
            </a:r>
            <a:r>
              <a:rPr lang="en-US" b="1" dirty="0"/>
              <a:t>1.0</a:t>
            </a:r>
            <a:r>
              <a:rPr lang="en-US" dirty="0"/>
              <a:t> means </a:t>
            </a:r>
            <a:r>
              <a:rPr lang="en-US" b="1" dirty="0"/>
              <a:t>fewer complaints than expected.</a:t>
            </a:r>
          </a:p>
          <a:p>
            <a:endParaRPr lang="en-US" dirty="0"/>
          </a:p>
          <a:p>
            <a:r>
              <a:rPr lang="en-US" dirty="0"/>
              <a:t>A value of </a:t>
            </a:r>
            <a:r>
              <a:rPr lang="en-US" b="1" dirty="0"/>
              <a:t>1.0 </a:t>
            </a:r>
            <a:r>
              <a:rPr lang="en-US" dirty="0"/>
              <a:t>means the company’s complaint level is </a:t>
            </a:r>
            <a:r>
              <a:rPr lang="en-US" b="1" dirty="0"/>
              <a:t>average</a:t>
            </a:r>
            <a:r>
              <a:rPr lang="en-US" dirty="0"/>
              <a:t> for its size.</a:t>
            </a:r>
          </a:p>
          <a:p>
            <a:br>
              <a:rPr lang="en-US" dirty="0"/>
            </a:br>
            <a:r>
              <a:rPr lang="en-US" dirty="0"/>
              <a:t>A value </a:t>
            </a:r>
            <a:r>
              <a:rPr lang="en-US" b="1" dirty="0"/>
              <a:t>above 1.0</a:t>
            </a:r>
            <a:r>
              <a:rPr lang="en-US" dirty="0"/>
              <a:t> indicates </a:t>
            </a:r>
            <a:r>
              <a:rPr lang="en-US" b="1" dirty="0"/>
              <a:t>more complaints than expected</a:t>
            </a:r>
            <a:r>
              <a:rPr lang="en-US" dirty="0"/>
              <a:t>,</a:t>
            </a:r>
            <a:br>
              <a:rPr lang="en-US" dirty="0"/>
            </a:br>
            <a:endParaRPr lang="en-US" b="1" dirty="0"/>
          </a:p>
          <a:p>
            <a:r>
              <a:rPr lang="en-US" dirty="0"/>
              <a:t>This metric helps TDI gauge how well a company serves its policyholders compared to its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66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let’s look at our </a:t>
            </a:r>
            <a:r>
              <a:rPr lang="en-US" b="1" dirty="0"/>
              <a:t>Complaint Index over time</a:t>
            </a:r>
            <a:r>
              <a:rPr lang="en-US" dirty="0"/>
              <a:t>, as defined by the </a:t>
            </a:r>
            <a:r>
              <a:rPr lang="en-US" b="1" dirty="0"/>
              <a:t>TDI.</a:t>
            </a:r>
          </a:p>
          <a:p>
            <a:endParaRPr lang="en-US" b="1" dirty="0"/>
          </a:p>
          <a:p>
            <a:r>
              <a:rPr lang="en-US" dirty="0"/>
              <a:t>In </a:t>
            </a:r>
            <a:r>
              <a:rPr lang="en-US" b="1" dirty="0"/>
              <a:t>2020</a:t>
            </a:r>
            <a:r>
              <a:rPr lang="en-US" dirty="0"/>
              <a:t>, our complaint index was </a:t>
            </a:r>
            <a:r>
              <a:rPr lang="en-US" b="1" dirty="0"/>
              <a:t>9.82</a:t>
            </a:r>
            <a:r>
              <a:rPr lang="en-US" dirty="0"/>
              <a:t>, a relatively high figure that reflected the challenges many companies faced during the early stages of the COVID-19 pandemic.</a:t>
            </a:r>
          </a:p>
          <a:p>
            <a:endParaRPr lang="en-US" dirty="0"/>
          </a:p>
          <a:p>
            <a:r>
              <a:rPr lang="en-US" dirty="0"/>
              <a:t>We then saw a </a:t>
            </a:r>
            <a:r>
              <a:rPr lang="en-US" b="1" dirty="0"/>
              <a:t>steady improvement</a:t>
            </a:r>
            <a:r>
              <a:rPr lang="en-US" dirty="0"/>
              <a:t>:</a:t>
            </a:r>
          </a:p>
          <a:p>
            <a:r>
              <a:rPr lang="en-US" dirty="0"/>
              <a:t>In </a:t>
            </a:r>
            <a:r>
              <a:rPr lang="en-US" b="1" dirty="0"/>
              <a:t>2021</a:t>
            </a:r>
            <a:r>
              <a:rPr lang="en-US" dirty="0"/>
              <a:t>, the index dropped to </a:t>
            </a:r>
            <a:r>
              <a:rPr lang="en-US" b="1" dirty="0"/>
              <a:t>6.84</a:t>
            </a:r>
            <a:r>
              <a:rPr lang="en-US" dirty="0"/>
              <a:t>,</a:t>
            </a:r>
          </a:p>
          <a:p>
            <a:r>
              <a:rPr lang="en-US" dirty="0"/>
              <a:t>In </a:t>
            </a:r>
            <a:r>
              <a:rPr lang="en-US" b="1" dirty="0"/>
              <a:t>2022</a:t>
            </a:r>
            <a:r>
              <a:rPr lang="en-US" dirty="0"/>
              <a:t>, it further decreased to </a:t>
            </a:r>
            <a:r>
              <a:rPr lang="en-US" b="1" dirty="0"/>
              <a:t>5.15</a:t>
            </a:r>
            <a:r>
              <a:rPr lang="en-US" dirty="0"/>
              <a:t>,</a:t>
            </a:r>
          </a:p>
          <a:p>
            <a:r>
              <a:rPr lang="en-US" dirty="0"/>
              <a:t>And in </a:t>
            </a:r>
            <a:r>
              <a:rPr lang="en-US" b="1" dirty="0"/>
              <a:t>2023</a:t>
            </a:r>
            <a:r>
              <a:rPr lang="en-US" dirty="0"/>
              <a:t>, we see an increase to</a:t>
            </a:r>
            <a:r>
              <a:rPr lang="en-US" b="1" dirty="0"/>
              <a:t> 8.42.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88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the past five years, our </a:t>
            </a:r>
            <a:r>
              <a:rPr lang="en-US" b="1" dirty="0"/>
              <a:t>Health Insurance policies</a:t>
            </a:r>
            <a:r>
              <a:rPr lang="en-US" dirty="0"/>
              <a:t> have grown steadily, from </a:t>
            </a:r>
            <a:r>
              <a:rPr lang="en-US" b="1" dirty="0"/>
              <a:t>1,260,045 active policies in 2019</a:t>
            </a:r>
            <a:r>
              <a:rPr lang="en-US" dirty="0"/>
              <a:t> to </a:t>
            </a:r>
            <a:r>
              <a:rPr lang="en-US" b="1" dirty="0"/>
              <a:t>1,738,072 in 2023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With growth, </a:t>
            </a:r>
            <a:r>
              <a:rPr lang="en-US" b="1" dirty="0"/>
              <a:t>confirmed complaints</a:t>
            </a:r>
            <a:r>
              <a:rPr lang="en-US" dirty="0"/>
              <a:t> naturally fluctuated: peaking at </a:t>
            </a:r>
            <a:r>
              <a:rPr lang="en-US" b="1" dirty="0"/>
              <a:t>381 in 2020</a:t>
            </a:r>
            <a:r>
              <a:rPr lang="en-US" dirty="0"/>
              <a:t>, dropping </a:t>
            </a:r>
            <a:r>
              <a:rPr lang="en-US" b="1" dirty="0"/>
              <a:t>132 in 2022</a:t>
            </a:r>
            <a:r>
              <a:rPr lang="en-US" dirty="0"/>
              <a:t>, before rising slightly to </a:t>
            </a:r>
            <a:r>
              <a:rPr lang="en-US" b="1" dirty="0"/>
              <a:t>228 in 2023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Our </a:t>
            </a:r>
            <a:r>
              <a:rPr lang="en-US" b="1" dirty="0"/>
              <a:t>Complaint Index</a:t>
            </a:r>
            <a:r>
              <a:rPr lang="en-US" dirty="0"/>
              <a:t> shows steady improvement over the same period: </a:t>
            </a:r>
            <a:r>
              <a:rPr lang="en-US" b="1" dirty="0"/>
              <a:t>9.82 in 2020</a:t>
            </a:r>
            <a:r>
              <a:rPr lang="en-US" dirty="0"/>
              <a:t>, down to </a:t>
            </a:r>
            <a:r>
              <a:rPr lang="en-US" b="1" dirty="0"/>
              <a:t>5.15 in 2022</a:t>
            </a:r>
            <a:r>
              <a:rPr lang="en-US" dirty="0"/>
              <a:t>, and an increase to 8.42 in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21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reduce complaints and improve our Complaint Index, we will focus on four key areas:</a:t>
            </a:r>
          </a:p>
          <a:p>
            <a:r>
              <a:rPr lang="en-US" b="1" dirty="0"/>
              <a:t>Enhancing Customer Service</a:t>
            </a:r>
            <a:r>
              <a:rPr lang="en-US" dirty="0"/>
              <a:t> – clear, timely communication and staff training.</a:t>
            </a:r>
          </a:p>
          <a:p>
            <a:r>
              <a:rPr lang="en-US" b="1" dirty="0"/>
              <a:t>Strengthening Complaint Handling</a:t>
            </a:r>
            <a:r>
              <a:rPr lang="en-US" dirty="0"/>
              <a:t> – faster resolution and identifying recurring issues.</a:t>
            </a:r>
          </a:p>
          <a:p>
            <a:r>
              <a:rPr lang="en-US" b="1" dirty="0"/>
              <a:t>Improving Compliance</a:t>
            </a:r>
            <a:r>
              <a:rPr lang="en-US" dirty="0"/>
              <a:t> – ensuring all policies and claims meet TDI regulations.</a:t>
            </a:r>
          </a:p>
          <a:p>
            <a:r>
              <a:rPr lang="en-US" b="1" dirty="0"/>
              <a:t>Using Data to Drive Improvement</a:t>
            </a:r>
            <a:r>
              <a:rPr lang="en-US" dirty="0"/>
              <a:t> – monitoring trends and targeting high-risk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800D-A779-43D6-A7A9-9DF918F8D8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40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C9EC-5B80-E87E-CE51-076804C4F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04065-4341-981A-8A31-5F0053BB5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127B2-67B4-C100-47F6-81216FF5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C6ED3-AD3E-C4AE-2AE5-7D53BC17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67E14-51AD-70CA-BBC2-147D0FF0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6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D82A-9B49-8DAD-6B21-44B4E893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69646-A529-1836-E19A-BE25C5C6F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85CC8-C08A-39FE-CBCE-038F08C15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F785E-62D0-BDD1-421F-693A4D27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D2822-B115-EBE4-7828-4E909093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2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CCEE-B3BC-7227-0108-1D99DA8E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E4DC6-9765-F35F-79C7-12F5AA5C8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F57FB-D9BC-7F07-1ABC-0C86A798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0978F-2583-D12F-F793-2377A668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25D1E-429F-C0ED-9311-2D57C03D7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84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37FDE-1682-8068-32A1-BC9ED141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DFA0-29E8-25CC-7CF4-E8BF44E1D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8BD23-955A-E15F-6463-5AB6A8D58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94815-130E-47E3-B129-F3CD2DB3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143AE-393F-90C7-6E16-4B4B529D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B428-F879-A478-09EE-4C568E70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9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0640-DB1D-BD50-7CF5-DCCF8D7E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864D7-D02D-3625-4DB2-8585A8B2D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DC580-3CF1-884D-C849-CF9E2B940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4719E-EA41-0DD4-C5E3-325ECF1BE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48459-F37D-690C-0389-5A7378119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8ABD4-F8AF-1C9E-AA7D-475081FE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FA0E2-1BF1-9344-B8C4-0667FDE9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580EF-BD3B-55DE-EF13-C9FC97BD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9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0449-0EC4-96EC-4377-DD90C374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B8993-3DDD-91BA-CAD5-0F81D0CD0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86933-4551-747E-2939-2A4F0C05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29A30-C59A-3BB1-D3B8-AE9A6143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5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AE8781-8C35-0200-339E-56059D8E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7D172-6968-810C-6745-82C791D9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98F81-10A7-2196-D951-F2580041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6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EE18-7C47-B009-9224-79E029F9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97BF6-AAC9-43A7-CCF6-2FE51F741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9C9C9-861A-264C-B038-28822E606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30689-C420-3151-72DF-931C9BB6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EC0CF-463C-9A33-15E1-5D10D31F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665F4-E938-DA12-B330-970A9783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6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8490-060C-F1AC-F7DC-942DD59B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83EA56-5A3A-625B-8021-0758A7118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EC8B8-BD8D-43EA-785D-16415BD45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324A0-C917-95D0-8893-E1CBF13D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B582D-21C3-2A39-07ED-9295CF9E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3C754-8FE3-5B76-3B31-3991059B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0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D386-B76D-AAA8-29C3-5CEEC065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4BCAC-F548-485A-1951-E82982082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3BF19-D3E0-AF40-6B31-6C198169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FDB34-98A6-5AAF-A8A3-A4DDDBEE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79A-ACA8-3734-8167-7C3285D2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2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78462-FBDB-8FB9-436D-2CB51AEB8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2EB3-4096-3AA9-0D8D-C884A6C89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D8A00-C746-A2F3-050F-2E942CDE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ACFD-92FA-A30F-B399-C281A0841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A53EE-CC48-ACE7-2A26-5FF10CAA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8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E4B0B6-9F58-6415-7C5F-5325D0A4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933FA-3F57-BA8C-DDAE-D2B594F62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B5984-B38C-CC46-6B73-A586993F6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B5B23-5923-4048-ABD0-F227EEFFA39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22E1E-6B2C-461E-8139-B5E1B333A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5692-3A9F-A2C0-F4F5-BAA44B412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FC217-A491-4BD4-A7B1-0A8011B10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7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0401DCF-6528-CA3E-B56D-4B70B8927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2914"/>
            <a:ext cx="12168291" cy="349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2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raph on document with pen">
            <a:extLst>
              <a:ext uri="{FF2B5EF4-FFF2-40B4-BE49-F238E27FC236}">
                <a16:creationId xmlns:a16="http://schemas.microsoft.com/office/drawing/2014/main" id="{BFA0F491-EB05-2898-5E22-F39A8C0C70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510" b="1422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A6CECE-ABB9-D8AB-E8DE-B7463A62A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b="1" dirty="0">
                <a:solidFill>
                  <a:srgbClr val="FFFFFF"/>
                </a:solidFill>
              </a:rPr>
              <a:t>Complaints and Business Growth Analysis</a:t>
            </a:r>
            <a:br>
              <a:rPr lang="en-US" sz="5100" b="1" dirty="0">
                <a:solidFill>
                  <a:srgbClr val="FFFFFF"/>
                </a:solidFill>
              </a:rPr>
            </a:br>
            <a:br>
              <a:rPr lang="en-US" sz="5100" b="1" dirty="0">
                <a:solidFill>
                  <a:srgbClr val="FFFFFF"/>
                </a:solidFill>
              </a:rPr>
            </a:br>
            <a:r>
              <a:rPr lang="en-US" sz="5100" b="1" dirty="0">
                <a:solidFill>
                  <a:srgbClr val="FFFFFF"/>
                </a:solidFill>
              </a:rPr>
              <a:t>2019 - 2023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7BE8B-54C7-B2AF-3877-B83245E76932}"/>
              </a:ext>
            </a:extLst>
          </p:cNvPr>
          <p:cNvSpPr txBox="1"/>
          <p:nvPr/>
        </p:nvSpPr>
        <p:spPr>
          <a:xfrm>
            <a:off x="10003972" y="6161315"/>
            <a:ext cx="1647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Ricky Reyes</a:t>
            </a:r>
          </a:p>
        </p:txBody>
      </p:sp>
    </p:spTree>
    <p:extLst>
      <p:ext uri="{BB962C8B-B14F-4D97-AF65-F5344CB8AC3E}">
        <p14:creationId xmlns:p14="http://schemas.microsoft.com/office/powerpoint/2010/main" val="2295878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etal tic-tac-toe game pieces">
            <a:extLst>
              <a:ext uri="{FF2B5EF4-FFF2-40B4-BE49-F238E27FC236}">
                <a16:creationId xmlns:a16="http://schemas.microsoft.com/office/drawing/2014/main" id="{0D640D92-81EC-21AE-35EF-05B8FF261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39" b="5761"/>
          <a:stretch>
            <a:fillRect/>
          </a:stretch>
        </p:blipFill>
        <p:spPr>
          <a:xfrm>
            <a:off x="3" y="10"/>
            <a:ext cx="12191997" cy="68579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35031" y="2213145"/>
            <a:ext cx="6864098" cy="2425614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43000">
                <a:schemeClr val="accent2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162550" y="0"/>
            <a:ext cx="7048678" cy="6858000"/>
          </a:xfrm>
          <a:prstGeom prst="rect">
            <a:avLst/>
          </a:prstGeom>
          <a:gradFill flip="none" rotWithShape="1">
            <a:gsLst>
              <a:gs pos="19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286455" y="-60677"/>
            <a:ext cx="6864096" cy="698544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4000">
                <a:schemeClr val="accent2">
                  <a:alpha val="0"/>
                </a:schemeClr>
              </a:gs>
            </a:gsLst>
            <a:lin ang="7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EB5855-8EB7-1AE5-9030-5D0AA3C1A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695591" y="-647892"/>
            <a:ext cx="2839273" cy="12192001"/>
          </a:xfrm>
          <a:prstGeom prst="rect">
            <a:avLst/>
          </a:prstGeom>
          <a:gradFill>
            <a:gsLst>
              <a:gs pos="0">
                <a:schemeClr val="accent2"/>
              </a:gs>
              <a:gs pos="53000">
                <a:schemeClr val="accent5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C6F66-08DD-85CD-D110-51E1DBD5B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7600" y="4365171"/>
            <a:ext cx="4495800" cy="2242458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How can Blue Cross and Blue Sheild(BCBS) use complaint data to improve customer retention and regulatory compliance?</a:t>
            </a:r>
          </a:p>
        </p:txBody>
      </p:sp>
    </p:spTree>
    <p:extLst>
      <p:ext uri="{BB962C8B-B14F-4D97-AF65-F5344CB8AC3E}">
        <p14:creationId xmlns:p14="http://schemas.microsoft.com/office/powerpoint/2010/main" val="180039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77E00-6557-D862-BA08-6FE71686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r"/>
            <a:r>
              <a:rPr lang="en-US" sz="680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growth over four years.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with a green line&#10;&#10;AI-generated content may be incorrect.">
            <a:extLst>
              <a:ext uri="{FF2B5EF4-FFF2-40B4-BE49-F238E27FC236}">
                <a16:creationId xmlns:a16="http://schemas.microsoft.com/office/drawing/2014/main" id="{AE2BAFDB-C63D-9581-A7A4-803FC00EC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925" y="1982757"/>
            <a:ext cx="5664133" cy="395073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6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616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5B069F-41FD-ED3F-2369-B6677FA17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CONFIRMED COMPLAINT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53853-840B-7A48-07FE-47FCB48E6FCE}"/>
              </a:ext>
            </a:extLst>
          </p:cNvPr>
          <p:cNvSpPr txBox="1"/>
          <p:nvPr/>
        </p:nvSpPr>
        <p:spPr>
          <a:xfrm>
            <a:off x="6564885" y="682336"/>
            <a:ext cx="4484536" cy="3416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Texas Department of Insurance(TDI), a confirmed complaint is a grievance that TDI has reviewed and determined to be valid.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98E93B-6FE2-FCAD-DCF3-F60BC02A79C4}"/>
              </a:ext>
            </a:extLst>
          </p:cNvPr>
          <p:cNvSpPr txBox="1"/>
          <p:nvPr/>
        </p:nvSpPr>
        <p:spPr>
          <a:xfrm>
            <a:off x="6564885" y="4700325"/>
            <a:ext cx="5477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complaint can be confirmed two ways:  </a:t>
            </a:r>
          </a:p>
        </p:txBody>
      </p:sp>
    </p:spTree>
    <p:extLst>
      <p:ext uri="{BB962C8B-B14F-4D97-AF65-F5344CB8AC3E}">
        <p14:creationId xmlns:p14="http://schemas.microsoft.com/office/powerpoint/2010/main" val="762600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220C4-0FCB-8BE2-11E9-0DF8FF157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608" y="609600"/>
            <a:ext cx="5486921" cy="605245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Violation of rules: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TDI determines that an      	insurer has violated:</a:t>
            </a: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 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Texas Texas law</a:t>
            </a: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regulation</a:t>
            </a: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 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federal requirement TDI can</a:t>
            </a: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enforce</a:t>
            </a: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  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specific term or condition of a 	     policy or certificate</a:t>
            </a: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Valid reason for complaint: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TDI finds that</a:t>
            </a: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the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insurer’s actions or response were in</a:t>
            </a: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error, or that the customer had a legitimate</a:t>
            </a:r>
            <a:b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reason to complain.  </a:t>
            </a:r>
          </a:p>
        </p:txBody>
      </p:sp>
      <p:pic>
        <p:nvPicPr>
          <p:cNvPr id="13" name="Graphic 12" descr="Gavel">
            <a:extLst>
              <a:ext uri="{FF2B5EF4-FFF2-40B4-BE49-F238E27FC236}">
                <a16:creationId xmlns:a16="http://schemas.microsoft.com/office/drawing/2014/main" id="{F4E89B0A-179F-0151-365D-031E97B2C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5338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310D07-27BD-77E6-4DC7-745952CDD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Complaints that the Texas Department of Insurance has identified as valid.  </a:t>
            </a:r>
          </a:p>
        </p:txBody>
      </p:sp>
      <p:pic>
        <p:nvPicPr>
          <p:cNvPr id="4" name="Picture 3" descr="A graph with orange lines&#10;&#10;AI-generated content may be incorrect.">
            <a:extLst>
              <a:ext uri="{FF2B5EF4-FFF2-40B4-BE49-F238E27FC236}">
                <a16:creationId xmlns:a16="http://schemas.microsoft.com/office/drawing/2014/main" id="{B0ECA994-D25F-7701-ADB3-599FE2F83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829" y="979715"/>
            <a:ext cx="7673612" cy="524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C1773B-73CF-6B29-4F32-35D0C1591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Active Policies  versus Complaints over time.</a:t>
            </a:r>
          </a:p>
        </p:txBody>
      </p:sp>
      <p:pic>
        <p:nvPicPr>
          <p:cNvPr id="4" name="Picture 3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F2FA5499-2359-9148-16DB-7D2621F96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840" y="701496"/>
            <a:ext cx="7590958" cy="538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33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CEF6C2F-9906-4F89-9B4F-598E9F344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12CD6-A76F-439F-9C98-C0211D8FD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287FA-3F66-CFFD-A13D-57034970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100" kern="1200" dirty="0">
                <a:latin typeface="+mj-lt"/>
                <a:ea typeface="+mj-ea"/>
                <a:cs typeface="+mj-cs"/>
              </a:rPr>
              <a:t>Texas Department of Insurance (TDI) ‘Complaint Index’ is calculated by dividing the company's percentage of complaints for a specific line of insurance by the company's percentage of policies in force for the same line of insurance.</a:t>
            </a:r>
            <a:br>
              <a:rPr lang="en-US" sz="2100" kern="1200" dirty="0">
                <a:latin typeface="+mj-lt"/>
                <a:ea typeface="+mj-ea"/>
                <a:cs typeface="+mj-cs"/>
              </a:rPr>
            </a:br>
            <a:endParaRPr lang="en-US" sz="21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A9BECD-45B1-3AAC-AB09-0CAEFBD49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49" y="2311476"/>
            <a:ext cx="10901471" cy="160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5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70343-B65D-5583-F090-6C545197A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Interpreting the TDI complaint index.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extBox 2">
            <a:extLst>
              <a:ext uri="{FF2B5EF4-FFF2-40B4-BE49-F238E27FC236}">
                <a16:creationId xmlns:a16="http://schemas.microsoft.com/office/drawing/2014/main" id="{322E71C0-32E0-8875-FFFD-D3CF35FC24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304305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1038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BE5EE-0D40-6641-2DF9-BB50EA6B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2600">
                <a:solidFill>
                  <a:srgbClr val="FFFFFF"/>
                </a:solidFill>
              </a:rPr>
              <a:t>Complaint Index over time.</a:t>
            </a:r>
          </a:p>
        </p:txBody>
      </p:sp>
      <p:pic>
        <p:nvPicPr>
          <p:cNvPr id="3" name="Picture 2" descr="A graph with a red line&#10;&#10;AI-generated content may be incorrect.">
            <a:extLst>
              <a:ext uri="{FF2B5EF4-FFF2-40B4-BE49-F238E27FC236}">
                <a16:creationId xmlns:a16="http://schemas.microsoft.com/office/drawing/2014/main" id="{37B6F0FB-BC85-AB22-68C1-7634ED4E9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486493"/>
            <a:ext cx="7188199" cy="38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72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F7562-DBF3-DF0A-303F-0A044270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Growth, Complaints and Index Comparison</a:t>
            </a:r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C49865A-F87D-D511-5A89-27400041B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771" y="1822348"/>
            <a:ext cx="8554738" cy="487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97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A2379-5767-0DBF-5D80-82129FE7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Steps Towards Excellence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2C1AC-C785-7606-0A88-55069935FCF2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Enhancing Customer Service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Strengthening Complaint Handling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Improve Compliance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Using Data for Drive Improvement</a:t>
            </a:r>
          </a:p>
        </p:txBody>
      </p:sp>
      <p:pic>
        <p:nvPicPr>
          <p:cNvPr id="5" name="Picture 4" descr="Red marker on a calendar">
            <a:extLst>
              <a:ext uri="{FF2B5EF4-FFF2-40B4-BE49-F238E27FC236}">
                <a16:creationId xmlns:a16="http://schemas.microsoft.com/office/drawing/2014/main" id="{E971B8A8-6412-D365-64CD-38431F1E02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04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08502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45C25-77F3-78F5-8879-258E3145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862" y="2634344"/>
            <a:ext cx="4805996" cy="1393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EC740D99-1435-C0A2-AFB5-1012EB89E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8757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2215</TotalTime>
  <Words>1223</Words>
  <Application>Microsoft Office PowerPoint</Application>
  <PresentationFormat>Widescreen</PresentationFormat>
  <Paragraphs>122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Complaints and Business Growth Analysis  2019 - 2023</vt:lpstr>
      <vt:lpstr>PowerPoint Presentation</vt:lpstr>
      <vt:lpstr>Business growth over four years.</vt:lpstr>
      <vt:lpstr>CONFIRMED COMPLAINT</vt:lpstr>
      <vt:lpstr>1.  Violation of rules: TDI determines that an       insurer has violated:  a.  A Texas Texas law       or regulation  b.  A federal requirement TDI can       enforce  c.  A specific term or condition of a       policy or certificate  2.  Valid reason for complaint:  TDI finds that      the insurer’s actions or response were in      error, or that the customer had a legitimate      reason to complain.  </vt:lpstr>
      <vt:lpstr>Complaints that the Texas Department of Insurance has identified as valid.  </vt:lpstr>
      <vt:lpstr>Active Policies  versus Complaints over time.</vt:lpstr>
      <vt:lpstr>Texas Department of Insurance (TDI) ‘Complaint Index’ is calculated by dividing the company's percentage of complaints for a specific line of insurance by the company's percentage of policies in force for the same line of insurance. </vt:lpstr>
      <vt:lpstr>Interpreting the TDI complaint index.</vt:lpstr>
      <vt:lpstr>Complaint Index over time.</vt:lpstr>
      <vt:lpstr>Growth, Complaints and Index Comparison</vt:lpstr>
      <vt:lpstr>Steps Towards Excellence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Reyes</dc:creator>
  <cp:lastModifiedBy>Ricardo Reyes</cp:lastModifiedBy>
  <cp:revision>1</cp:revision>
  <dcterms:created xsi:type="dcterms:W3CDTF">2025-10-18T17:41:59Z</dcterms:created>
  <dcterms:modified xsi:type="dcterms:W3CDTF">2025-10-21T00:26:47Z</dcterms:modified>
</cp:coreProperties>
</file>